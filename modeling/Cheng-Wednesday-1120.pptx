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2_0.xml" ContentType="application/vnd.ms-powerpoint.comments+xml"/>
  <Override PartName="/ppt/notesSlides/notesSlide3.xml" ContentType="application/vnd.openxmlformats-officedocument.presentationml.notesSlide+xml"/>
  <Override PartName="/ppt/comments/modernComment_103_0.xml" ContentType="application/vnd.ms-powerpoint.comments+xml"/>
  <Override PartName="/ppt/comments/modernComment_105_0.xml" ContentType="application/vnd.ms-powerpoint.comments+xml"/>
  <Override PartName="/ppt/notesSlides/notesSlide4.xml" ContentType="application/vnd.openxmlformats-officedocument.presentationml.notesSlide+xml"/>
  <Override PartName="/ppt/comments/modernComment_107_0.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comments/modernComment_117_EB456B19.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9_0.xml" ContentType="application/vnd.ms-powerpoint.comments+xml"/>
  <Override PartName="/ppt/comments/modernComment_106_0.xml" ContentType="application/vnd.ms-powerpoint.comments+xml"/>
  <Override PartName="/ppt/comments/modernComment_10A_0.xml" ContentType="application/vnd.ms-powerpoint.comments+xml"/>
  <Override PartName="/ppt/notesSlides/notesSlide8.xml" ContentType="application/vnd.openxmlformats-officedocument.presentationml.notesSlide+xml"/>
  <Override PartName="/ppt/comments/modernComment_10C_0.xml" ContentType="application/vnd.ms-powerpoint.comments+xml"/>
  <Override PartName="/ppt/notesSlides/notesSlide9.xml" ContentType="application/vnd.openxmlformats-officedocument.presentationml.notesSlide+xml"/>
  <Override PartName="/ppt/comments/modernComment_122_249D2A91.xml" ContentType="application/vnd.ms-powerpoint.comments+xml"/>
  <Override PartName="/ppt/notesSlides/notesSlide10.xml" ContentType="application/vnd.openxmlformats-officedocument.presentationml.notesSlide+xml"/>
  <Override PartName="/ppt/comments/modernComment_123_569D5CAE.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1B_23877194.xml" ContentType="application/vnd.ms-powerpoint.comments+xml"/>
  <Override PartName="/ppt/notesSlides/notesSlide13.xml" ContentType="application/vnd.openxmlformats-officedocument.presentationml.notesSlide+xml"/>
  <Override PartName="/ppt/comments/modernComment_111_0.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58" r:id="rId3"/>
    <p:sldId id="260" r:id="rId4"/>
    <p:sldId id="259" r:id="rId5"/>
    <p:sldId id="261" r:id="rId6"/>
    <p:sldId id="263" r:id="rId7"/>
    <p:sldId id="289" r:id="rId8"/>
    <p:sldId id="279" r:id="rId9"/>
    <p:sldId id="288" r:id="rId10"/>
    <p:sldId id="265" r:id="rId11"/>
    <p:sldId id="262" r:id="rId12"/>
    <p:sldId id="266" r:id="rId13"/>
    <p:sldId id="270" r:id="rId14"/>
    <p:sldId id="268" r:id="rId15"/>
    <p:sldId id="290" r:id="rId16"/>
    <p:sldId id="291" r:id="rId17"/>
    <p:sldId id="286" r:id="rId18"/>
    <p:sldId id="292" r:id="rId19"/>
    <p:sldId id="283" r:id="rId20"/>
    <p:sldId id="273" r:id="rId21"/>
    <p:sldId id="275" r:id="rId22"/>
    <p:sldId id="284" r:id="rId23"/>
    <p:sldId id="287" r:id="rId24"/>
    <p:sldId id="276" r:id="rId25"/>
    <p:sldId id="278" r:id="rId26"/>
    <p:sldId id="277" r:id="rId27"/>
    <p:sldId id="281" r:id="rId28"/>
    <p:sldId id="282" r:id="rId29"/>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Open Sans Light"/>
        <a:ea typeface="Open Sans Light"/>
        <a:cs typeface="Open Sans Light"/>
        <a:sym typeface="Open Sans Light"/>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Open Sans Light"/>
        <a:ea typeface="Open Sans Light"/>
        <a:cs typeface="Open Sans Light"/>
        <a:sym typeface="Open Sans Light"/>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Open Sans Light"/>
        <a:ea typeface="Open Sans Light"/>
        <a:cs typeface="Open Sans Light"/>
        <a:sym typeface="Open Sans Light"/>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Open Sans Light"/>
        <a:ea typeface="Open Sans Light"/>
        <a:cs typeface="Open Sans Light"/>
        <a:sym typeface="Open Sans Light"/>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Open Sans Light"/>
        <a:ea typeface="Open Sans Light"/>
        <a:cs typeface="Open Sans Light"/>
        <a:sym typeface="Open Sans Light"/>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Open Sans Light"/>
        <a:ea typeface="Open Sans Light"/>
        <a:cs typeface="Open Sans Light"/>
        <a:sym typeface="Open Sans Light"/>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Open Sans Light"/>
        <a:ea typeface="Open Sans Light"/>
        <a:cs typeface="Open Sans Light"/>
        <a:sym typeface="Open Sans Light"/>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Open Sans Light"/>
        <a:ea typeface="Open Sans Light"/>
        <a:cs typeface="Open Sans Light"/>
        <a:sym typeface="Open Sans Light"/>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Open Sans Light"/>
        <a:ea typeface="Open Sans Light"/>
        <a:cs typeface="Open Sans Light"/>
        <a:sym typeface="Open Sans Light"/>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9658FAE-FC1F-A89A-2A83-305150241825}" name="Luhan Cheng" initials="LC" userId="S::lcheng@swin.edu.au::9da17efa-3d30-4c52-a90e-6579d21b5a8e" providerId="AD"/>
  <p188:author id="{5C2688F7-FEEA-C1E3-5FA6-27009D6E830A}" name="Amir Aryani" initials="AA" userId="S::aaryani@swin.edu.au::8024e3fc-c8b0-4bce-a29a-cdf6af5e83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E79D58-3168-AAD4-F8B1-C9C431FFE372}" v="70" dt="2025-10-14T15:08:36.962"/>
    <p1510:client id="{FC11C850-C0D3-BB45-9BFC-CF988154911A}" v="2" dt="2025-10-15T05:23:21.003"/>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Open Sans Light"/>
          <a:ea typeface="Open Sans Light"/>
          <a:cs typeface="Open Sans Light"/>
        </a:font>
        <a:srgbClr val="000000"/>
      </a:tcTxStyle>
      <a:tcStyle>
        <a:tcBdr>
          <a:left>
            <a:ln w="12700" cap="flat">
              <a:solidFill>
                <a:schemeClr val="accent6">
                  <a:lumOff val="5098"/>
                </a:schemeClr>
              </a:solidFill>
              <a:prstDash val="solid"/>
              <a:round/>
            </a:ln>
          </a:left>
          <a:right>
            <a:ln w="12700" cap="flat">
              <a:solidFill>
                <a:schemeClr val="accent6">
                  <a:lumOff val="5098"/>
                </a:schemeClr>
              </a:solidFill>
              <a:prstDash val="solid"/>
              <a:round/>
            </a:ln>
          </a:right>
          <a:top>
            <a:ln w="12700" cap="flat">
              <a:solidFill>
                <a:schemeClr val="accent6">
                  <a:lumOff val="5098"/>
                </a:schemeClr>
              </a:solidFill>
              <a:prstDash val="solid"/>
              <a:round/>
            </a:ln>
          </a:top>
          <a:bottom>
            <a:ln w="12700" cap="flat">
              <a:solidFill>
                <a:schemeClr val="accent6">
                  <a:lumOff val="5098"/>
                </a:schemeClr>
              </a:solidFill>
              <a:prstDash val="solid"/>
              <a:round/>
            </a:ln>
          </a:bottom>
          <a:insideH>
            <a:ln w="12700" cap="flat">
              <a:solidFill>
                <a:schemeClr val="accent6">
                  <a:lumOff val="5098"/>
                </a:schemeClr>
              </a:solidFill>
              <a:prstDash val="solid"/>
              <a:round/>
            </a:ln>
          </a:insideH>
          <a:insideV>
            <a:ln w="12700" cap="flat">
              <a:solidFill>
                <a:schemeClr val="accent6">
                  <a:lumOff val="5098"/>
                </a:schemeClr>
              </a:solidFill>
              <a:prstDash val="solid"/>
              <a:round/>
            </a:ln>
          </a:insideV>
        </a:tcBdr>
        <a:fill>
          <a:solidFill>
            <a:srgbClr val="CDCDCD"/>
          </a:solidFill>
        </a:fill>
      </a:tcStyle>
    </a:wholeTbl>
    <a:band2H>
      <a:tcTxStyle/>
      <a:tcStyle>
        <a:tcBdr/>
        <a:fill>
          <a:solidFill>
            <a:srgbClr val="E8E7E7"/>
          </a:solidFill>
        </a:fill>
      </a:tcStyle>
    </a:band2H>
    <a:firstCol>
      <a:tcTxStyle b="on" i="off">
        <a:font>
          <a:latin typeface="Open Sans Light"/>
          <a:ea typeface="Open Sans Light"/>
          <a:cs typeface="Open Sans Light"/>
        </a:font>
        <a:schemeClr val="accent6">
          <a:lumOff val="5098"/>
        </a:schemeClr>
      </a:tcTxStyle>
      <a:tcStyle>
        <a:tcBdr>
          <a:left>
            <a:ln w="12700" cap="flat">
              <a:solidFill>
                <a:schemeClr val="accent6">
                  <a:lumOff val="5098"/>
                </a:schemeClr>
              </a:solidFill>
              <a:prstDash val="solid"/>
              <a:round/>
            </a:ln>
          </a:left>
          <a:right>
            <a:ln w="12700" cap="flat">
              <a:solidFill>
                <a:schemeClr val="accent6">
                  <a:lumOff val="5098"/>
                </a:schemeClr>
              </a:solidFill>
              <a:prstDash val="solid"/>
              <a:round/>
            </a:ln>
          </a:right>
          <a:top>
            <a:ln w="12700" cap="flat">
              <a:solidFill>
                <a:schemeClr val="accent6">
                  <a:lumOff val="5098"/>
                </a:schemeClr>
              </a:solidFill>
              <a:prstDash val="solid"/>
              <a:round/>
            </a:ln>
          </a:top>
          <a:bottom>
            <a:ln w="12700" cap="flat">
              <a:solidFill>
                <a:schemeClr val="accent6">
                  <a:lumOff val="5098"/>
                </a:schemeClr>
              </a:solidFill>
              <a:prstDash val="solid"/>
              <a:round/>
            </a:ln>
          </a:bottom>
          <a:insideH>
            <a:ln w="12700" cap="flat">
              <a:solidFill>
                <a:schemeClr val="accent6">
                  <a:lumOff val="5098"/>
                </a:schemeClr>
              </a:solidFill>
              <a:prstDash val="solid"/>
              <a:round/>
            </a:ln>
          </a:insideH>
          <a:insideV>
            <a:ln w="12700" cap="flat">
              <a:solidFill>
                <a:schemeClr val="accent6">
                  <a:lumOff val="5098"/>
                </a:schemeClr>
              </a:solidFill>
              <a:prstDash val="solid"/>
              <a:round/>
            </a:ln>
          </a:insideV>
        </a:tcBdr>
        <a:fill>
          <a:solidFill>
            <a:schemeClr val="accent1"/>
          </a:solidFill>
        </a:fill>
      </a:tcStyle>
    </a:firstCol>
    <a:lastRow>
      <a:tcTxStyle b="on" i="off">
        <a:font>
          <a:latin typeface="Open Sans Light"/>
          <a:ea typeface="Open Sans Light"/>
          <a:cs typeface="Open Sans Light"/>
        </a:font>
        <a:schemeClr val="accent6">
          <a:lumOff val="5098"/>
        </a:schemeClr>
      </a:tcTxStyle>
      <a:tcStyle>
        <a:tcBdr>
          <a:left>
            <a:ln w="12700" cap="flat">
              <a:solidFill>
                <a:schemeClr val="accent6">
                  <a:lumOff val="5098"/>
                </a:schemeClr>
              </a:solidFill>
              <a:prstDash val="solid"/>
              <a:round/>
            </a:ln>
          </a:left>
          <a:right>
            <a:ln w="12700" cap="flat">
              <a:solidFill>
                <a:schemeClr val="accent6">
                  <a:lumOff val="5098"/>
                </a:schemeClr>
              </a:solidFill>
              <a:prstDash val="solid"/>
              <a:round/>
            </a:ln>
          </a:right>
          <a:top>
            <a:ln w="38100" cap="flat">
              <a:solidFill>
                <a:schemeClr val="accent6">
                  <a:lumOff val="5098"/>
                </a:schemeClr>
              </a:solidFill>
              <a:prstDash val="solid"/>
              <a:round/>
            </a:ln>
          </a:top>
          <a:bottom>
            <a:ln w="12700" cap="flat">
              <a:solidFill>
                <a:schemeClr val="accent6">
                  <a:lumOff val="5098"/>
                </a:schemeClr>
              </a:solidFill>
              <a:prstDash val="solid"/>
              <a:round/>
            </a:ln>
          </a:bottom>
          <a:insideH>
            <a:ln w="12700" cap="flat">
              <a:solidFill>
                <a:schemeClr val="accent6">
                  <a:lumOff val="5098"/>
                </a:schemeClr>
              </a:solidFill>
              <a:prstDash val="solid"/>
              <a:round/>
            </a:ln>
          </a:insideH>
          <a:insideV>
            <a:ln w="12700" cap="flat">
              <a:solidFill>
                <a:schemeClr val="accent6">
                  <a:lumOff val="5098"/>
                </a:schemeClr>
              </a:solidFill>
              <a:prstDash val="solid"/>
              <a:round/>
            </a:ln>
          </a:insideV>
        </a:tcBdr>
        <a:fill>
          <a:solidFill>
            <a:schemeClr val="accent1"/>
          </a:solidFill>
        </a:fill>
      </a:tcStyle>
    </a:lastRow>
    <a:firstRow>
      <a:tcTxStyle b="on" i="off">
        <a:font>
          <a:latin typeface="Open Sans Light"/>
          <a:ea typeface="Open Sans Light"/>
          <a:cs typeface="Open Sans Light"/>
        </a:font>
        <a:schemeClr val="accent6">
          <a:lumOff val="5098"/>
        </a:schemeClr>
      </a:tcTxStyle>
      <a:tcStyle>
        <a:tcBdr>
          <a:left>
            <a:ln w="12700" cap="flat">
              <a:solidFill>
                <a:schemeClr val="accent6">
                  <a:lumOff val="5098"/>
                </a:schemeClr>
              </a:solidFill>
              <a:prstDash val="solid"/>
              <a:round/>
            </a:ln>
          </a:left>
          <a:right>
            <a:ln w="12700" cap="flat">
              <a:solidFill>
                <a:schemeClr val="accent6">
                  <a:lumOff val="5098"/>
                </a:schemeClr>
              </a:solidFill>
              <a:prstDash val="solid"/>
              <a:round/>
            </a:ln>
          </a:right>
          <a:top>
            <a:ln w="12700" cap="flat">
              <a:solidFill>
                <a:schemeClr val="accent6">
                  <a:lumOff val="5098"/>
                </a:schemeClr>
              </a:solidFill>
              <a:prstDash val="solid"/>
              <a:round/>
            </a:ln>
          </a:top>
          <a:bottom>
            <a:ln w="38100" cap="flat">
              <a:solidFill>
                <a:schemeClr val="accent6">
                  <a:lumOff val="5098"/>
                </a:schemeClr>
              </a:solidFill>
              <a:prstDash val="solid"/>
              <a:round/>
            </a:ln>
          </a:bottom>
          <a:insideH>
            <a:ln w="12700" cap="flat">
              <a:solidFill>
                <a:schemeClr val="accent6">
                  <a:lumOff val="5098"/>
                </a:schemeClr>
              </a:solidFill>
              <a:prstDash val="solid"/>
              <a:round/>
            </a:ln>
          </a:insideH>
          <a:insideV>
            <a:ln w="12700" cap="flat">
              <a:solidFill>
                <a:schemeClr val="accent6">
                  <a:lumOff val="5098"/>
                </a:schemeClr>
              </a:solidFill>
              <a:prstDash val="solid"/>
              <a:round/>
            </a:ln>
          </a:insideV>
        </a:tcBdr>
        <a:fill>
          <a:solidFill>
            <a:schemeClr val="accent1"/>
          </a:solidFill>
        </a:fill>
      </a:tcStyle>
    </a:firstRow>
  </a:tblStyle>
  <a:tblStyle styleId="{C7B018BB-80A7-4F77-B60F-C8B233D01FF8}" styleName="">
    <a:tblBg/>
    <a:wholeTbl>
      <a:tcTxStyle b="off" i="off">
        <a:font>
          <a:latin typeface="Open Sans Light"/>
          <a:ea typeface="Open Sans Light"/>
          <a:cs typeface="Open Sans Light"/>
        </a:font>
        <a:srgbClr val="000000"/>
      </a:tcTxStyle>
      <a:tcStyle>
        <a:tcBdr>
          <a:left>
            <a:ln w="12700" cap="flat">
              <a:solidFill>
                <a:schemeClr val="accent6">
                  <a:lumOff val="5098"/>
                </a:schemeClr>
              </a:solidFill>
              <a:prstDash val="solid"/>
              <a:round/>
            </a:ln>
          </a:left>
          <a:right>
            <a:ln w="12700" cap="flat">
              <a:solidFill>
                <a:schemeClr val="accent6">
                  <a:lumOff val="5098"/>
                </a:schemeClr>
              </a:solidFill>
              <a:prstDash val="solid"/>
              <a:round/>
            </a:ln>
          </a:right>
          <a:top>
            <a:ln w="12700" cap="flat">
              <a:solidFill>
                <a:schemeClr val="accent6">
                  <a:lumOff val="5098"/>
                </a:schemeClr>
              </a:solidFill>
              <a:prstDash val="solid"/>
              <a:round/>
            </a:ln>
          </a:top>
          <a:bottom>
            <a:ln w="12700" cap="flat">
              <a:solidFill>
                <a:schemeClr val="accent6">
                  <a:lumOff val="5098"/>
                </a:schemeClr>
              </a:solidFill>
              <a:prstDash val="solid"/>
              <a:round/>
            </a:ln>
          </a:bottom>
          <a:insideH>
            <a:ln w="12700" cap="flat">
              <a:solidFill>
                <a:schemeClr val="accent6">
                  <a:lumOff val="5098"/>
                </a:schemeClr>
              </a:solidFill>
              <a:prstDash val="solid"/>
              <a:round/>
            </a:ln>
          </a:insideH>
          <a:insideV>
            <a:ln w="12700" cap="flat">
              <a:solidFill>
                <a:schemeClr val="accent6">
                  <a:lumOff val="5098"/>
                </a:schemeClr>
              </a:solidFill>
              <a:prstDash val="solid"/>
              <a:round/>
            </a:ln>
          </a:insideV>
        </a:tcBdr>
        <a:fill>
          <a:solidFill>
            <a:srgbClr val="E0E0E0"/>
          </a:solidFill>
        </a:fill>
      </a:tcStyle>
    </a:wholeTbl>
    <a:band2H>
      <a:tcTxStyle/>
      <a:tcStyle>
        <a:tcBdr/>
        <a:fill>
          <a:solidFill>
            <a:srgbClr val="F0F0F0"/>
          </a:solidFill>
        </a:fill>
      </a:tcStyle>
    </a:band2H>
    <a:firstCol>
      <a:tcTxStyle b="on" i="off">
        <a:font>
          <a:latin typeface="Open Sans Light"/>
          <a:ea typeface="Open Sans Light"/>
          <a:cs typeface="Open Sans Light"/>
        </a:font>
        <a:schemeClr val="accent6">
          <a:lumOff val="5098"/>
        </a:schemeClr>
      </a:tcTxStyle>
      <a:tcStyle>
        <a:tcBdr>
          <a:left>
            <a:ln w="12700" cap="flat">
              <a:solidFill>
                <a:schemeClr val="accent6">
                  <a:lumOff val="5098"/>
                </a:schemeClr>
              </a:solidFill>
              <a:prstDash val="solid"/>
              <a:round/>
            </a:ln>
          </a:left>
          <a:right>
            <a:ln w="12700" cap="flat">
              <a:solidFill>
                <a:schemeClr val="accent6">
                  <a:lumOff val="5098"/>
                </a:schemeClr>
              </a:solidFill>
              <a:prstDash val="solid"/>
              <a:round/>
            </a:ln>
          </a:right>
          <a:top>
            <a:ln w="12700" cap="flat">
              <a:solidFill>
                <a:schemeClr val="accent6">
                  <a:lumOff val="5098"/>
                </a:schemeClr>
              </a:solidFill>
              <a:prstDash val="solid"/>
              <a:round/>
            </a:ln>
          </a:top>
          <a:bottom>
            <a:ln w="12700" cap="flat">
              <a:solidFill>
                <a:schemeClr val="accent6">
                  <a:lumOff val="5098"/>
                </a:schemeClr>
              </a:solidFill>
              <a:prstDash val="solid"/>
              <a:round/>
            </a:ln>
          </a:bottom>
          <a:insideH>
            <a:ln w="12700" cap="flat">
              <a:solidFill>
                <a:schemeClr val="accent6">
                  <a:lumOff val="5098"/>
                </a:schemeClr>
              </a:solidFill>
              <a:prstDash val="solid"/>
              <a:round/>
            </a:ln>
          </a:insideH>
          <a:insideV>
            <a:ln w="12700" cap="flat">
              <a:solidFill>
                <a:schemeClr val="accent6">
                  <a:lumOff val="5098"/>
                </a:schemeClr>
              </a:solidFill>
              <a:prstDash val="solid"/>
              <a:round/>
            </a:ln>
          </a:insideV>
        </a:tcBdr>
        <a:fill>
          <a:solidFill>
            <a:schemeClr val="accent3"/>
          </a:solidFill>
        </a:fill>
      </a:tcStyle>
    </a:firstCol>
    <a:lastRow>
      <a:tcTxStyle b="on" i="off">
        <a:font>
          <a:latin typeface="Open Sans Light"/>
          <a:ea typeface="Open Sans Light"/>
          <a:cs typeface="Open Sans Light"/>
        </a:font>
        <a:schemeClr val="accent6">
          <a:lumOff val="5098"/>
        </a:schemeClr>
      </a:tcTxStyle>
      <a:tcStyle>
        <a:tcBdr>
          <a:left>
            <a:ln w="12700" cap="flat">
              <a:solidFill>
                <a:schemeClr val="accent6">
                  <a:lumOff val="5098"/>
                </a:schemeClr>
              </a:solidFill>
              <a:prstDash val="solid"/>
              <a:round/>
            </a:ln>
          </a:left>
          <a:right>
            <a:ln w="12700" cap="flat">
              <a:solidFill>
                <a:schemeClr val="accent6">
                  <a:lumOff val="5098"/>
                </a:schemeClr>
              </a:solidFill>
              <a:prstDash val="solid"/>
              <a:round/>
            </a:ln>
          </a:right>
          <a:top>
            <a:ln w="38100" cap="flat">
              <a:solidFill>
                <a:schemeClr val="accent6">
                  <a:lumOff val="5098"/>
                </a:schemeClr>
              </a:solidFill>
              <a:prstDash val="solid"/>
              <a:round/>
            </a:ln>
          </a:top>
          <a:bottom>
            <a:ln w="12700" cap="flat">
              <a:solidFill>
                <a:schemeClr val="accent6">
                  <a:lumOff val="5098"/>
                </a:schemeClr>
              </a:solidFill>
              <a:prstDash val="solid"/>
              <a:round/>
            </a:ln>
          </a:bottom>
          <a:insideH>
            <a:ln w="12700" cap="flat">
              <a:solidFill>
                <a:schemeClr val="accent6">
                  <a:lumOff val="5098"/>
                </a:schemeClr>
              </a:solidFill>
              <a:prstDash val="solid"/>
              <a:round/>
            </a:ln>
          </a:insideH>
          <a:insideV>
            <a:ln w="12700" cap="flat">
              <a:solidFill>
                <a:schemeClr val="accent6">
                  <a:lumOff val="5098"/>
                </a:schemeClr>
              </a:solidFill>
              <a:prstDash val="solid"/>
              <a:round/>
            </a:ln>
          </a:insideV>
        </a:tcBdr>
        <a:fill>
          <a:solidFill>
            <a:schemeClr val="accent3"/>
          </a:solidFill>
        </a:fill>
      </a:tcStyle>
    </a:lastRow>
    <a:firstRow>
      <a:tcTxStyle b="on" i="off">
        <a:font>
          <a:latin typeface="Open Sans Light"/>
          <a:ea typeface="Open Sans Light"/>
          <a:cs typeface="Open Sans Light"/>
        </a:font>
        <a:schemeClr val="accent6">
          <a:lumOff val="5098"/>
        </a:schemeClr>
      </a:tcTxStyle>
      <a:tcStyle>
        <a:tcBdr>
          <a:left>
            <a:ln w="12700" cap="flat">
              <a:solidFill>
                <a:schemeClr val="accent6">
                  <a:lumOff val="5098"/>
                </a:schemeClr>
              </a:solidFill>
              <a:prstDash val="solid"/>
              <a:round/>
            </a:ln>
          </a:left>
          <a:right>
            <a:ln w="12700" cap="flat">
              <a:solidFill>
                <a:schemeClr val="accent6">
                  <a:lumOff val="5098"/>
                </a:schemeClr>
              </a:solidFill>
              <a:prstDash val="solid"/>
              <a:round/>
            </a:ln>
          </a:right>
          <a:top>
            <a:ln w="12700" cap="flat">
              <a:solidFill>
                <a:schemeClr val="accent6">
                  <a:lumOff val="5098"/>
                </a:schemeClr>
              </a:solidFill>
              <a:prstDash val="solid"/>
              <a:round/>
            </a:ln>
          </a:top>
          <a:bottom>
            <a:ln w="38100" cap="flat">
              <a:solidFill>
                <a:schemeClr val="accent6">
                  <a:lumOff val="5098"/>
                </a:schemeClr>
              </a:solidFill>
              <a:prstDash val="solid"/>
              <a:round/>
            </a:ln>
          </a:bottom>
          <a:insideH>
            <a:ln w="12700" cap="flat">
              <a:solidFill>
                <a:schemeClr val="accent6">
                  <a:lumOff val="5098"/>
                </a:schemeClr>
              </a:solidFill>
              <a:prstDash val="solid"/>
              <a:round/>
            </a:ln>
          </a:insideH>
          <a:insideV>
            <a:ln w="12700" cap="flat">
              <a:solidFill>
                <a:schemeClr val="accent6">
                  <a:lumOff val="5098"/>
                </a:schemeClr>
              </a:solidFill>
              <a:prstDash val="solid"/>
              <a:round/>
            </a:ln>
          </a:insideV>
        </a:tcBdr>
        <a:fill>
          <a:solidFill>
            <a:schemeClr val="accent3"/>
          </a:solidFill>
        </a:fill>
      </a:tcStyle>
    </a:firstRow>
  </a:tblStyle>
  <a:tblStyle styleId="{EEE7283C-3CF3-47DC-8721-378D4A62B228}" styleName="">
    <a:tblBg/>
    <a:wholeTbl>
      <a:tcTxStyle b="off" i="off">
        <a:font>
          <a:latin typeface="Open Sans Light"/>
          <a:ea typeface="Open Sans Light"/>
          <a:cs typeface="Open Sans Light"/>
        </a:font>
        <a:srgbClr val="000000"/>
      </a:tcTxStyle>
      <a:tcStyle>
        <a:tcBdr>
          <a:left>
            <a:ln w="12700" cap="flat">
              <a:solidFill>
                <a:schemeClr val="accent6">
                  <a:lumOff val="5098"/>
                </a:schemeClr>
              </a:solidFill>
              <a:prstDash val="solid"/>
              <a:round/>
            </a:ln>
          </a:left>
          <a:right>
            <a:ln w="12700" cap="flat">
              <a:solidFill>
                <a:schemeClr val="accent6">
                  <a:lumOff val="5098"/>
                </a:schemeClr>
              </a:solidFill>
              <a:prstDash val="solid"/>
              <a:round/>
            </a:ln>
          </a:right>
          <a:top>
            <a:ln w="12700" cap="flat">
              <a:solidFill>
                <a:schemeClr val="accent6">
                  <a:lumOff val="5098"/>
                </a:schemeClr>
              </a:solidFill>
              <a:prstDash val="solid"/>
              <a:round/>
            </a:ln>
          </a:top>
          <a:bottom>
            <a:ln w="12700" cap="flat">
              <a:solidFill>
                <a:schemeClr val="accent6">
                  <a:lumOff val="5098"/>
                </a:schemeClr>
              </a:solidFill>
              <a:prstDash val="solid"/>
              <a:round/>
            </a:ln>
          </a:bottom>
          <a:insideH>
            <a:ln w="12700" cap="flat">
              <a:solidFill>
                <a:schemeClr val="accent6">
                  <a:lumOff val="5098"/>
                </a:schemeClr>
              </a:solidFill>
              <a:prstDash val="solid"/>
              <a:round/>
            </a:ln>
          </a:insideH>
          <a:insideV>
            <a:ln w="12700" cap="flat">
              <a:solidFill>
                <a:schemeClr val="accent6">
                  <a:lumOff val="5098"/>
                </a:schemeClr>
              </a:solidFill>
              <a:prstDash val="solid"/>
              <a:round/>
            </a:ln>
          </a:insideV>
        </a:tcBdr>
        <a:fill>
          <a:solidFill>
            <a:srgbClr val="FAFAFA"/>
          </a:solidFill>
        </a:fill>
      </a:tcStyle>
    </a:wholeTbl>
    <a:band2H>
      <a:tcTxStyle/>
      <a:tcStyle>
        <a:tcBdr/>
        <a:fill>
          <a:solidFill>
            <a:srgbClr val="FCFCFC"/>
          </a:solidFill>
        </a:fill>
      </a:tcStyle>
    </a:band2H>
    <a:firstCol>
      <a:tcTxStyle b="on" i="off">
        <a:font>
          <a:latin typeface="Open Sans Light"/>
          <a:ea typeface="Open Sans Light"/>
          <a:cs typeface="Open Sans Light"/>
        </a:font>
        <a:schemeClr val="accent6">
          <a:lumOff val="5098"/>
        </a:schemeClr>
      </a:tcTxStyle>
      <a:tcStyle>
        <a:tcBdr>
          <a:left>
            <a:ln w="12700" cap="flat">
              <a:solidFill>
                <a:schemeClr val="accent6">
                  <a:lumOff val="5098"/>
                </a:schemeClr>
              </a:solidFill>
              <a:prstDash val="solid"/>
              <a:round/>
            </a:ln>
          </a:left>
          <a:right>
            <a:ln w="12700" cap="flat">
              <a:solidFill>
                <a:schemeClr val="accent6">
                  <a:lumOff val="5098"/>
                </a:schemeClr>
              </a:solidFill>
              <a:prstDash val="solid"/>
              <a:round/>
            </a:ln>
          </a:right>
          <a:top>
            <a:ln w="12700" cap="flat">
              <a:solidFill>
                <a:schemeClr val="accent6">
                  <a:lumOff val="5098"/>
                </a:schemeClr>
              </a:solidFill>
              <a:prstDash val="solid"/>
              <a:round/>
            </a:ln>
          </a:top>
          <a:bottom>
            <a:ln w="12700" cap="flat">
              <a:solidFill>
                <a:schemeClr val="accent6">
                  <a:lumOff val="5098"/>
                </a:schemeClr>
              </a:solidFill>
              <a:prstDash val="solid"/>
              <a:round/>
            </a:ln>
          </a:bottom>
          <a:insideH>
            <a:ln w="12700" cap="flat">
              <a:solidFill>
                <a:schemeClr val="accent6">
                  <a:lumOff val="5098"/>
                </a:schemeClr>
              </a:solidFill>
              <a:prstDash val="solid"/>
              <a:round/>
            </a:ln>
          </a:insideH>
          <a:insideV>
            <a:ln w="12700" cap="flat">
              <a:solidFill>
                <a:schemeClr val="accent6">
                  <a:lumOff val="5098"/>
                </a:schemeClr>
              </a:solidFill>
              <a:prstDash val="solid"/>
              <a:round/>
            </a:ln>
          </a:insideV>
        </a:tcBdr>
        <a:fill>
          <a:solidFill>
            <a:schemeClr val="accent6"/>
          </a:solidFill>
        </a:fill>
      </a:tcStyle>
    </a:firstCol>
    <a:lastRow>
      <a:tcTxStyle b="on" i="off">
        <a:font>
          <a:latin typeface="Open Sans Light"/>
          <a:ea typeface="Open Sans Light"/>
          <a:cs typeface="Open Sans Light"/>
        </a:font>
        <a:schemeClr val="accent6">
          <a:lumOff val="5098"/>
        </a:schemeClr>
      </a:tcTxStyle>
      <a:tcStyle>
        <a:tcBdr>
          <a:left>
            <a:ln w="12700" cap="flat">
              <a:solidFill>
                <a:schemeClr val="accent6">
                  <a:lumOff val="5098"/>
                </a:schemeClr>
              </a:solidFill>
              <a:prstDash val="solid"/>
              <a:round/>
            </a:ln>
          </a:left>
          <a:right>
            <a:ln w="12700" cap="flat">
              <a:solidFill>
                <a:schemeClr val="accent6">
                  <a:lumOff val="5098"/>
                </a:schemeClr>
              </a:solidFill>
              <a:prstDash val="solid"/>
              <a:round/>
            </a:ln>
          </a:right>
          <a:top>
            <a:ln w="38100" cap="flat">
              <a:solidFill>
                <a:schemeClr val="accent6">
                  <a:lumOff val="5098"/>
                </a:schemeClr>
              </a:solidFill>
              <a:prstDash val="solid"/>
              <a:round/>
            </a:ln>
          </a:top>
          <a:bottom>
            <a:ln w="12700" cap="flat">
              <a:solidFill>
                <a:schemeClr val="accent6">
                  <a:lumOff val="5098"/>
                </a:schemeClr>
              </a:solidFill>
              <a:prstDash val="solid"/>
              <a:round/>
            </a:ln>
          </a:bottom>
          <a:insideH>
            <a:ln w="12700" cap="flat">
              <a:solidFill>
                <a:schemeClr val="accent6">
                  <a:lumOff val="5098"/>
                </a:schemeClr>
              </a:solidFill>
              <a:prstDash val="solid"/>
              <a:round/>
            </a:ln>
          </a:insideH>
          <a:insideV>
            <a:ln w="12700" cap="flat">
              <a:solidFill>
                <a:schemeClr val="accent6">
                  <a:lumOff val="5098"/>
                </a:schemeClr>
              </a:solidFill>
              <a:prstDash val="solid"/>
              <a:round/>
            </a:ln>
          </a:insideV>
        </a:tcBdr>
        <a:fill>
          <a:solidFill>
            <a:schemeClr val="accent6"/>
          </a:solidFill>
        </a:fill>
      </a:tcStyle>
    </a:lastRow>
    <a:firstRow>
      <a:tcTxStyle b="on" i="off">
        <a:font>
          <a:latin typeface="Open Sans Light"/>
          <a:ea typeface="Open Sans Light"/>
          <a:cs typeface="Open Sans Light"/>
        </a:font>
        <a:schemeClr val="accent6">
          <a:lumOff val="5098"/>
        </a:schemeClr>
      </a:tcTxStyle>
      <a:tcStyle>
        <a:tcBdr>
          <a:left>
            <a:ln w="12700" cap="flat">
              <a:solidFill>
                <a:schemeClr val="accent6">
                  <a:lumOff val="5098"/>
                </a:schemeClr>
              </a:solidFill>
              <a:prstDash val="solid"/>
              <a:round/>
            </a:ln>
          </a:left>
          <a:right>
            <a:ln w="12700" cap="flat">
              <a:solidFill>
                <a:schemeClr val="accent6">
                  <a:lumOff val="5098"/>
                </a:schemeClr>
              </a:solidFill>
              <a:prstDash val="solid"/>
              <a:round/>
            </a:ln>
          </a:right>
          <a:top>
            <a:ln w="12700" cap="flat">
              <a:solidFill>
                <a:schemeClr val="accent6">
                  <a:lumOff val="5098"/>
                </a:schemeClr>
              </a:solidFill>
              <a:prstDash val="solid"/>
              <a:round/>
            </a:ln>
          </a:top>
          <a:bottom>
            <a:ln w="38100" cap="flat">
              <a:solidFill>
                <a:schemeClr val="accent6">
                  <a:lumOff val="5098"/>
                </a:schemeClr>
              </a:solidFill>
              <a:prstDash val="solid"/>
              <a:round/>
            </a:ln>
          </a:bottom>
          <a:insideH>
            <a:ln w="12700" cap="flat">
              <a:solidFill>
                <a:schemeClr val="accent6">
                  <a:lumOff val="5098"/>
                </a:schemeClr>
              </a:solidFill>
              <a:prstDash val="solid"/>
              <a:round/>
            </a:ln>
          </a:insideH>
          <a:insideV>
            <a:ln w="12700" cap="flat">
              <a:solidFill>
                <a:schemeClr val="accent6">
                  <a:lumOff val="5098"/>
                </a:schemeClr>
              </a:solidFill>
              <a:prstDash val="solid"/>
              <a:round/>
            </a:ln>
          </a:insideV>
        </a:tcBdr>
        <a:fill>
          <a:solidFill>
            <a:schemeClr val="accent6"/>
          </a:solidFill>
        </a:fill>
      </a:tcStyle>
    </a:firstRow>
  </a:tblStyle>
  <a:tblStyle styleId="{CF821DB8-F4EB-4A41-A1BA-3FCAFE7338EE}" styleName="">
    <a:tblBg/>
    <a:wholeTbl>
      <a:tcTxStyle b="off" i="off">
        <a:font>
          <a:latin typeface="Open Sans Light"/>
          <a:ea typeface="Open Sans Light"/>
          <a:cs typeface="Open Sans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chemeClr val="accent6">
              <a:lumOff val="5098"/>
            </a:schemeClr>
          </a:solidFill>
        </a:fill>
      </a:tcStyle>
    </a:band2H>
    <a:firstCol>
      <a:tcTxStyle b="on" i="off">
        <a:font>
          <a:latin typeface="Open Sans Light"/>
          <a:ea typeface="Open Sans Light"/>
          <a:cs typeface="Open Sans Light"/>
        </a:font>
        <a:schemeClr val="accent6">
          <a:lumOff val="5098"/>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Open Sans Light"/>
          <a:ea typeface="Open Sans Light"/>
          <a:cs typeface="Open Sans Light"/>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6">
              <a:lumOff val="5098"/>
            </a:schemeClr>
          </a:solidFill>
        </a:fill>
      </a:tcStyle>
    </a:lastRow>
    <a:firstRow>
      <a:tcTxStyle b="on" i="off">
        <a:font>
          <a:latin typeface="Open Sans Light"/>
          <a:ea typeface="Open Sans Light"/>
          <a:cs typeface="Open Sans Light"/>
        </a:font>
        <a:schemeClr val="accent6">
          <a:lumOff val="5098"/>
        </a:schemeClr>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Open Sans Light"/>
          <a:ea typeface="Open Sans Light"/>
          <a:cs typeface="Open Sans Light"/>
        </a:font>
        <a:srgbClr val="000000"/>
      </a:tcTxStyle>
      <a:tcStyle>
        <a:tcBdr>
          <a:left>
            <a:ln w="12700" cap="flat">
              <a:solidFill>
                <a:schemeClr val="accent6">
                  <a:lumOff val="5098"/>
                </a:schemeClr>
              </a:solidFill>
              <a:prstDash val="solid"/>
              <a:round/>
            </a:ln>
          </a:left>
          <a:right>
            <a:ln w="12700" cap="flat">
              <a:solidFill>
                <a:schemeClr val="accent6">
                  <a:lumOff val="5098"/>
                </a:schemeClr>
              </a:solidFill>
              <a:prstDash val="solid"/>
              <a:round/>
            </a:ln>
          </a:right>
          <a:top>
            <a:ln w="12700" cap="flat">
              <a:solidFill>
                <a:schemeClr val="accent6">
                  <a:lumOff val="5098"/>
                </a:schemeClr>
              </a:solidFill>
              <a:prstDash val="solid"/>
              <a:round/>
            </a:ln>
          </a:top>
          <a:bottom>
            <a:ln w="12700" cap="flat">
              <a:solidFill>
                <a:schemeClr val="accent6">
                  <a:lumOff val="5098"/>
                </a:schemeClr>
              </a:solidFill>
              <a:prstDash val="solid"/>
              <a:round/>
            </a:ln>
          </a:bottom>
          <a:insideH>
            <a:ln w="12700" cap="flat">
              <a:solidFill>
                <a:schemeClr val="accent6">
                  <a:lumOff val="5098"/>
                </a:schemeClr>
              </a:solidFill>
              <a:prstDash val="solid"/>
              <a:round/>
            </a:ln>
          </a:insideH>
          <a:insideV>
            <a:ln w="12700" cap="flat">
              <a:solidFill>
                <a:schemeClr val="accent6">
                  <a:lumOff val="5098"/>
                </a:schemeClr>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Open Sans Light"/>
          <a:ea typeface="Open Sans Light"/>
          <a:cs typeface="Open Sans Light"/>
        </a:font>
        <a:schemeClr val="accent6">
          <a:lumOff val="5098"/>
        </a:schemeClr>
      </a:tcTxStyle>
      <a:tcStyle>
        <a:tcBdr>
          <a:left>
            <a:ln w="12700" cap="flat">
              <a:solidFill>
                <a:schemeClr val="accent6">
                  <a:lumOff val="5098"/>
                </a:schemeClr>
              </a:solidFill>
              <a:prstDash val="solid"/>
              <a:round/>
            </a:ln>
          </a:left>
          <a:right>
            <a:ln w="12700" cap="flat">
              <a:solidFill>
                <a:schemeClr val="accent6">
                  <a:lumOff val="5098"/>
                </a:schemeClr>
              </a:solidFill>
              <a:prstDash val="solid"/>
              <a:round/>
            </a:ln>
          </a:right>
          <a:top>
            <a:ln w="12700" cap="flat">
              <a:solidFill>
                <a:schemeClr val="accent6">
                  <a:lumOff val="5098"/>
                </a:schemeClr>
              </a:solidFill>
              <a:prstDash val="solid"/>
              <a:round/>
            </a:ln>
          </a:top>
          <a:bottom>
            <a:ln w="12700" cap="flat">
              <a:solidFill>
                <a:schemeClr val="accent6">
                  <a:lumOff val="5098"/>
                </a:schemeClr>
              </a:solidFill>
              <a:prstDash val="solid"/>
              <a:round/>
            </a:ln>
          </a:bottom>
          <a:insideH>
            <a:ln w="12700" cap="flat">
              <a:solidFill>
                <a:schemeClr val="accent6">
                  <a:lumOff val="5098"/>
                </a:schemeClr>
              </a:solidFill>
              <a:prstDash val="solid"/>
              <a:round/>
            </a:ln>
          </a:insideH>
          <a:insideV>
            <a:ln w="12700" cap="flat">
              <a:solidFill>
                <a:schemeClr val="accent6">
                  <a:lumOff val="5098"/>
                </a:schemeClr>
              </a:solidFill>
              <a:prstDash val="solid"/>
              <a:round/>
            </a:ln>
          </a:insideV>
        </a:tcBdr>
        <a:fill>
          <a:solidFill>
            <a:srgbClr val="000000"/>
          </a:solidFill>
        </a:fill>
      </a:tcStyle>
    </a:firstCol>
    <a:lastRow>
      <a:tcTxStyle b="on" i="off">
        <a:font>
          <a:latin typeface="Open Sans Light"/>
          <a:ea typeface="Open Sans Light"/>
          <a:cs typeface="Open Sans Light"/>
        </a:font>
        <a:schemeClr val="accent6">
          <a:lumOff val="5098"/>
        </a:schemeClr>
      </a:tcTxStyle>
      <a:tcStyle>
        <a:tcBdr>
          <a:left>
            <a:ln w="12700" cap="flat">
              <a:solidFill>
                <a:schemeClr val="accent6">
                  <a:lumOff val="5098"/>
                </a:schemeClr>
              </a:solidFill>
              <a:prstDash val="solid"/>
              <a:round/>
            </a:ln>
          </a:left>
          <a:right>
            <a:ln w="12700" cap="flat">
              <a:solidFill>
                <a:schemeClr val="accent6">
                  <a:lumOff val="5098"/>
                </a:schemeClr>
              </a:solidFill>
              <a:prstDash val="solid"/>
              <a:round/>
            </a:ln>
          </a:right>
          <a:top>
            <a:ln w="38100" cap="flat">
              <a:solidFill>
                <a:schemeClr val="accent6">
                  <a:lumOff val="5098"/>
                </a:schemeClr>
              </a:solidFill>
              <a:prstDash val="solid"/>
              <a:round/>
            </a:ln>
          </a:top>
          <a:bottom>
            <a:ln w="12700" cap="flat">
              <a:solidFill>
                <a:schemeClr val="accent6">
                  <a:lumOff val="5098"/>
                </a:schemeClr>
              </a:solidFill>
              <a:prstDash val="solid"/>
              <a:round/>
            </a:ln>
          </a:bottom>
          <a:insideH>
            <a:ln w="12700" cap="flat">
              <a:solidFill>
                <a:schemeClr val="accent6">
                  <a:lumOff val="5098"/>
                </a:schemeClr>
              </a:solidFill>
              <a:prstDash val="solid"/>
              <a:round/>
            </a:ln>
          </a:insideH>
          <a:insideV>
            <a:ln w="12700" cap="flat">
              <a:solidFill>
                <a:schemeClr val="accent6">
                  <a:lumOff val="5098"/>
                </a:schemeClr>
              </a:solidFill>
              <a:prstDash val="solid"/>
              <a:round/>
            </a:ln>
          </a:insideV>
        </a:tcBdr>
        <a:fill>
          <a:solidFill>
            <a:srgbClr val="000000"/>
          </a:solidFill>
        </a:fill>
      </a:tcStyle>
    </a:lastRow>
    <a:firstRow>
      <a:tcTxStyle b="on" i="off">
        <a:font>
          <a:latin typeface="Open Sans Light"/>
          <a:ea typeface="Open Sans Light"/>
          <a:cs typeface="Open Sans Light"/>
        </a:font>
        <a:schemeClr val="accent6">
          <a:lumOff val="5098"/>
        </a:schemeClr>
      </a:tcTxStyle>
      <a:tcStyle>
        <a:tcBdr>
          <a:left>
            <a:ln w="12700" cap="flat">
              <a:solidFill>
                <a:schemeClr val="accent6">
                  <a:lumOff val="5098"/>
                </a:schemeClr>
              </a:solidFill>
              <a:prstDash val="solid"/>
              <a:round/>
            </a:ln>
          </a:left>
          <a:right>
            <a:ln w="12700" cap="flat">
              <a:solidFill>
                <a:schemeClr val="accent6">
                  <a:lumOff val="5098"/>
                </a:schemeClr>
              </a:solidFill>
              <a:prstDash val="solid"/>
              <a:round/>
            </a:ln>
          </a:right>
          <a:top>
            <a:ln w="12700" cap="flat">
              <a:solidFill>
                <a:schemeClr val="accent6">
                  <a:lumOff val="5098"/>
                </a:schemeClr>
              </a:solidFill>
              <a:prstDash val="solid"/>
              <a:round/>
            </a:ln>
          </a:top>
          <a:bottom>
            <a:ln w="38100" cap="flat">
              <a:solidFill>
                <a:schemeClr val="accent6">
                  <a:lumOff val="5098"/>
                </a:schemeClr>
              </a:solidFill>
              <a:prstDash val="solid"/>
              <a:round/>
            </a:ln>
          </a:bottom>
          <a:insideH>
            <a:ln w="12700" cap="flat">
              <a:solidFill>
                <a:schemeClr val="accent6">
                  <a:lumOff val="5098"/>
                </a:schemeClr>
              </a:solidFill>
              <a:prstDash val="solid"/>
              <a:round/>
            </a:ln>
          </a:insideH>
          <a:insideV>
            <a:ln w="12700" cap="flat">
              <a:solidFill>
                <a:schemeClr val="accent6">
                  <a:lumOff val="5098"/>
                </a:schemeClr>
              </a:solidFill>
              <a:prstDash val="solid"/>
              <a:round/>
            </a:ln>
          </a:insideV>
        </a:tcBdr>
        <a:fill>
          <a:solidFill>
            <a:srgbClr val="000000"/>
          </a:solidFill>
        </a:fill>
      </a:tcStyle>
    </a:firstRow>
  </a:tblStyle>
  <a:tblStyle styleId="{2708684C-4D16-4618-839F-0558EEFCDFE6}" styleName="">
    <a:tblBg/>
    <a:wholeTbl>
      <a:tcTxStyle b="off" i="off">
        <a:font>
          <a:latin typeface="Open Sans Light"/>
          <a:ea typeface="Open Sans Light"/>
          <a:cs typeface="Open Sans Light"/>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chemeClr val="accent6">
              <a:lumOff val="5098"/>
            </a:schemeClr>
          </a:solidFill>
        </a:fill>
      </a:tcStyle>
    </a:band2H>
    <a:firstCol>
      <a:tcTxStyle b="on" i="off">
        <a:font>
          <a:latin typeface="Open Sans Light"/>
          <a:ea typeface="Open Sans Light"/>
          <a:cs typeface="Open Sans Light"/>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Open Sans Light"/>
          <a:ea typeface="Open Sans Light"/>
          <a:cs typeface="Open Sans Light"/>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Open Sans Light"/>
          <a:ea typeface="Open Sans Light"/>
          <a:cs typeface="Open Sans Light"/>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81"/>
    <p:restoredTop sz="94690"/>
  </p:normalViewPr>
  <p:slideViewPr>
    <p:cSldViewPr snapToGrid="0">
      <p:cViewPr varScale="1">
        <p:scale>
          <a:sx n="149" d="100"/>
          <a:sy n="149" d="100"/>
        </p:scale>
        <p:origin x="184"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7.xml"/></Relationships>
</file>

<file path=ppt/comments/modernComment_10A_0.xml><?xml version="1.0" encoding="utf-8"?>
<p188:cmLst xmlns:a="http://schemas.openxmlformats.org/drawingml/2006/main" xmlns:r="http://schemas.openxmlformats.org/officeDocument/2006/relationships" xmlns:p188="http://schemas.microsoft.com/office/powerpoint/2018/8/main">
  <p188:cm id="{36274AAD-FA7C-6743-97A1-C4B5E5D23106}" authorId="{5C2688F7-FEEA-C1E3-5FA6-27009D6E830A}" created="2025-10-06T22:10:40.698">
    <pc:sldMkLst xmlns:pc="http://schemas.microsoft.com/office/powerpoint/2013/main/command">
      <pc:docMk/>
      <pc:sldMk cId="0" sldId="266"/>
    </pc:sldMkLst>
    <p188:txBody>
      <a:bodyPr/>
      <a:lstStyle/>
      <a:p>
        <a:r>
          <a:rPr lang="en-AU"/>
          <a:t>Legend needs to be bigger</a:t>
        </a:r>
      </a:p>
    </p188:txBody>
  </p188:cm>
</p188:cmLst>
</file>

<file path=ppt/comments/modernComment_10C_0.xml><?xml version="1.0" encoding="utf-8"?>
<p188:cmLst xmlns:a="http://schemas.openxmlformats.org/drawingml/2006/main" xmlns:r="http://schemas.openxmlformats.org/officeDocument/2006/relationships" xmlns:p188="http://schemas.microsoft.com/office/powerpoint/2018/8/main">
  <p188:cm id="{02312C0C-083E-7D41-837A-8D55E4C4DCF2}" authorId="{5C2688F7-FEEA-C1E3-5FA6-27009D6E830A}" created="2025-10-06T22:10:47.459">
    <pc:sldMkLst xmlns:pc="http://schemas.microsoft.com/office/powerpoint/2013/main/command">
      <pc:docMk/>
      <pc:sldMk cId="0" sldId="268"/>
    </pc:sldMkLst>
    <p188:txBody>
      <a:bodyPr/>
      <a:lstStyle/>
      <a:p>
        <a:r>
          <a:rPr lang="en-AU"/>
          <a:t>Legend needs to be bigger</a:t>
        </a:r>
      </a:p>
    </p188:txBody>
  </p188:cm>
</p188:cmLst>
</file>

<file path=ppt/comments/modernComment_11B_23877194.xml><?xml version="1.0" encoding="utf-8"?>
<p188:cmLst xmlns:a="http://schemas.openxmlformats.org/drawingml/2006/main" xmlns:r="http://schemas.openxmlformats.org/officeDocument/2006/relationships" xmlns:p188="http://schemas.microsoft.com/office/powerpoint/2018/8/main">
  <p188:cm id="{239BEE70-4407-864E-B9A4-0005E6557E2A}" authorId="{5C2688F7-FEEA-C1E3-5FA6-27009D6E830A}" created="2025-10-06T22:13:24.720">
    <pc:sldMkLst xmlns:pc="http://schemas.microsoft.com/office/powerpoint/2013/main/command">
      <pc:docMk/>
      <pc:sldMk cId="596078996" sldId="283"/>
    </pc:sldMkLst>
    <p188:txBody>
      <a:bodyPr/>
      <a:lstStyle/>
      <a:p>
        <a:r>
          <a:rPr lang="en-AU"/>
          <a:t>needs better formatting. It is not easy to read. 
Data type is not important!</a:t>
        </a:r>
      </a:p>
    </p188:txBody>
  </p188:cm>
</p188:cmLst>
</file>

<file path=ppt/comments/modernComment_102_0.xml><?xml version="1.0" encoding="utf-8"?>
<p188:cmLst xmlns:a="http://schemas.openxmlformats.org/drawingml/2006/main" xmlns:r="http://schemas.openxmlformats.org/officeDocument/2006/relationships" xmlns:p188="http://schemas.microsoft.com/office/powerpoint/2018/8/main">
  <p188:cm id="{07FA9FA4-903F-B844-8D25-E402805A65ED}" authorId="{5C2688F7-FEEA-C1E3-5FA6-27009D6E830A}" created="2025-10-06T22:01:08.365">
    <pc:sldMkLst xmlns:pc="http://schemas.microsoft.com/office/powerpoint/2013/main/command">
      <pc:docMk/>
      <pc:sldMk cId="0" sldId="258"/>
    </pc:sldMkLst>
    <p188:txBody>
      <a:bodyPr/>
      <a:lstStyle/>
      <a:p>
        <a:r>
          <a:rPr lang="en-AU"/>
          <a:t>Text is ttoo close, need better formatting</a:t>
        </a:r>
      </a:p>
    </p188:txBody>
  </p188:cm>
  <p188:cm id="{4C651FB2-178E-7E42-A66A-D050944F8977}" authorId="{5C2688F7-FEEA-C1E3-5FA6-27009D6E830A}" created="2025-10-06T22:01:20.944">
    <ac:deMkLst xmlns:ac="http://schemas.microsoft.com/office/drawing/2013/main/command">
      <pc:docMk xmlns:pc="http://schemas.microsoft.com/office/powerpoint/2013/main/command"/>
      <pc:sldMk xmlns:pc="http://schemas.microsoft.com/office/powerpoint/2013/main/command" cId="0" sldId="258"/>
      <ac:picMk id="275" creationId="{00000000-0000-0000-0000-000000000000}"/>
    </ac:deMkLst>
    <p188:txBody>
      <a:bodyPr/>
      <a:lstStyle/>
      <a:p>
        <a:r>
          <a:rPr lang="en-AU"/>
          <a:t>Need a more readable example</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A1022D04-D925-3647-ADF1-3CA647A98912}" authorId="{5C2688F7-FEEA-C1E3-5FA6-27009D6E830A}" created="2025-10-06T22:02:54.837">
    <pc:sldMkLst xmlns:pc="http://schemas.microsoft.com/office/powerpoint/2013/main/command">
      <pc:docMk/>
      <pc:sldMk cId="0" sldId="259"/>
    </pc:sldMkLst>
    <p188:txBody>
      <a:bodyPr/>
      <a:lstStyle/>
      <a:p>
        <a:r>
          <a:rPr lang="en-AU"/>
          <a:t>is this based on start date? 
I think distribution per year is not important here. We need the number of $ of all grants in each source. </a:t>
        </a:r>
      </a:p>
    </p188:txBody>
  </p188:cm>
</p188:cmLst>
</file>

<file path=ppt/comments/modernComment_105_0.xml><?xml version="1.0" encoding="utf-8"?>
<p188:cmLst xmlns:a="http://schemas.openxmlformats.org/drawingml/2006/main" xmlns:r="http://schemas.openxmlformats.org/officeDocument/2006/relationships" xmlns:p188="http://schemas.microsoft.com/office/powerpoint/2018/8/main">
  <p188:cm id="{AA4E0299-094C-9341-B6ED-8F7A73AFE201}" authorId="{5C2688F7-FEEA-C1E3-5FA6-27009D6E830A}" created="2025-10-06T22:03:18.681">
    <ac:deMkLst xmlns:ac="http://schemas.microsoft.com/office/drawing/2013/main/command">
      <pc:docMk xmlns:pc="http://schemas.microsoft.com/office/powerpoint/2013/main/command"/>
      <pc:sldMk xmlns:pc="http://schemas.microsoft.com/office/powerpoint/2013/main/command" cId="0" sldId="261"/>
      <ac:graphicFrameMk id="2" creationId="{6DAE17FD-77A7-CF5F-2DDD-13CB0E7E7C32}"/>
    </ac:deMkLst>
    <p188:txBody>
      <a:bodyPr/>
      <a:lstStyle/>
      <a:p>
        <a:r>
          <a:rPr lang="en-AU"/>
          <a:t>needs better formatting </a:t>
        </a:r>
      </a:p>
    </p188:txBody>
  </p188:cm>
</p188:cmLst>
</file>

<file path=ppt/comments/modernComment_106_0.xml><?xml version="1.0" encoding="utf-8"?>
<p188:cmLst xmlns:a="http://schemas.openxmlformats.org/drawingml/2006/main" xmlns:r="http://schemas.openxmlformats.org/officeDocument/2006/relationships" xmlns:p188="http://schemas.microsoft.com/office/powerpoint/2018/8/main">
  <p188:cm id="{0D7F915D-1BD9-C946-8773-403C25423D98}" authorId="{5C2688F7-FEEA-C1E3-5FA6-27009D6E830A}" created="2025-10-06T22:10:19.717">
    <ac:deMkLst xmlns:ac="http://schemas.microsoft.com/office/drawing/2013/main/command">
      <pc:docMk xmlns:pc="http://schemas.microsoft.com/office/powerpoint/2013/main/command"/>
      <pc:sldMk xmlns:pc="http://schemas.microsoft.com/office/powerpoint/2013/main/command" cId="0" sldId="262"/>
      <ac:graphicFrameMk id="298" creationId="{00000000-0000-0000-0000-000000000000}"/>
    </ac:deMkLst>
    <p188:txBody>
      <a:bodyPr/>
      <a:lstStyle/>
      <a:p>
        <a:r>
          <a:rPr lang="en-AU"/>
          <a:t>Needs better formatting </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5F86132D-5B45-F545-ACA3-0F390238E333}" authorId="{5C2688F7-FEEA-C1E3-5FA6-27009D6E830A}" created="2025-10-06T22:07:58.411">
    <pc:sldMkLst xmlns:pc="http://schemas.microsoft.com/office/powerpoint/2013/main/command">
      <pc:docMk/>
      <pc:sldMk cId="0" sldId="263"/>
    </pc:sldMkLst>
    <p188:txBody>
      <a:bodyPr/>
      <a:lstStyle/>
      <a:p>
        <a:r>
          <a:rPr lang="en-AU"/>
          <a:t>ARDC data does not come as Neo4j. We should have a slide about their API</a:t>
        </a:r>
      </a:p>
    </p188:txBody>
  </p188:cm>
</p188:cmLst>
</file>

<file path=ppt/comments/modernComment_109_0.xml><?xml version="1.0" encoding="utf-8"?>
<p188:cmLst xmlns:a="http://schemas.openxmlformats.org/drawingml/2006/main" xmlns:r="http://schemas.openxmlformats.org/officeDocument/2006/relationships" xmlns:p188="http://schemas.microsoft.com/office/powerpoint/2018/8/main">
  <p188:cm id="{7FC6138E-A64B-4843-8C0C-A6FC0393075E}" authorId="{5C2688F7-FEEA-C1E3-5FA6-27009D6E830A}" created="2025-10-06T22:10:02.764">
    <pc:sldMkLst xmlns:pc="http://schemas.microsoft.com/office/powerpoint/2013/main/command">
      <pc:docMk/>
      <pc:sldMk cId="0" sldId="265"/>
    </pc:sldMkLst>
    <p188:txBody>
      <a:bodyPr/>
      <a:lstStyle/>
      <a:p>
        <a:r>
          <a:rPr lang="en-AU"/>
          <a:t>We need slides before this that talk about how these sections are encoded or defined. What and Why?</a:t>
        </a:r>
      </a:p>
    </p188:txBody>
  </p188:cm>
</p188:cmLst>
</file>

<file path=ppt/comments/modernComment_111_0.xml><?xml version="1.0" encoding="utf-8"?>
<p188:cmLst xmlns:a="http://schemas.openxmlformats.org/drawingml/2006/main" xmlns:r="http://schemas.openxmlformats.org/officeDocument/2006/relationships" xmlns:p188="http://schemas.microsoft.com/office/powerpoint/2018/8/main">
  <p188:cm id="{F963F4A9-7896-B34F-9AF7-142CA3EB70F2}" authorId="{5C2688F7-FEEA-C1E3-5FA6-27009D6E830A}" created="2025-10-06T22:13:55.698">
    <pc:sldMkLst xmlns:pc="http://schemas.microsoft.com/office/powerpoint/2013/main/command">
      <pc:docMk/>
      <pc:sldMk cId="0" sldId="273"/>
    </pc:sldMkLst>
    <p188:txBody>
      <a:bodyPr/>
      <a:lstStyle/>
      <a:p>
        <a:r>
          <a:rPr lang="en-AU"/>
          <a:t>I suggest removing XML tag</a:t>
        </a:r>
      </a:p>
    </p188:txBody>
  </p188:cm>
</p188:cmLst>
</file>

<file path=ppt/comments/modernComment_117_EB456B19.xml><?xml version="1.0" encoding="utf-8"?>
<p188:cmLst xmlns:a="http://schemas.openxmlformats.org/drawingml/2006/main" xmlns:r="http://schemas.openxmlformats.org/officeDocument/2006/relationships" xmlns:p188="http://schemas.microsoft.com/office/powerpoint/2018/8/main">
  <p188:cm id="{9CF86473-F853-D444-BCD2-ACC9AB8411E5}" authorId="{5C2688F7-FEEA-C1E3-5FA6-27009D6E830A}" created="2025-10-06T22:09:10.269">
    <ac:txMkLst xmlns:ac="http://schemas.microsoft.com/office/drawing/2013/main/command">
      <pc:docMk xmlns:pc="http://schemas.microsoft.com/office/powerpoint/2013/main/command"/>
      <pc:sldMk xmlns:pc="http://schemas.microsoft.com/office/powerpoint/2013/main/command" cId="3947195161" sldId="279"/>
      <ac:spMk id="405" creationId="{00000000-0000-0000-0000-000000000000}"/>
      <ac:txMk cp="9" len="10">
        <ac:context len="214" hash="2629188364"/>
      </ac:txMk>
    </ac:txMkLst>
    <p188:pos x="2188007" y="464376"/>
    <p188:replyLst>
      <p188:reply id="{5D4BA8B7-A9F8-4719-853B-B242BC0FBA6A}" authorId="{39658FAE-FC1F-A89A-2A83-305150241825}" created="2025-10-07T02:01:18.926">
        <p188:txBody>
          <a:bodyPr/>
          <a:lstStyle/>
          <a:p>
            <a:r>
              <a:rPr lang="en-US"/>
              <a:t>I was thinking about FOR classification, and potential question from audience that "why can't you use existing taxonomy like the ones from openalex etc."</a:t>
            </a:r>
          </a:p>
        </p188:txBody>
      </p188:reply>
    </p188:replyLst>
    <p188:txBody>
      <a:bodyPr/>
      <a:lstStyle/>
      <a:p>
        <a:r>
          <a:rPr lang="en-AU"/>
          <a:t>ARDC data does not include any category! This needs perhaps a slide to describe the keyword extraction first!</a:t>
        </a:r>
      </a:p>
    </p188:txBody>
  </p188:cm>
</p188:cmLst>
</file>

<file path=ppt/comments/modernComment_122_249D2A91.xml><?xml version="1.0" encoding="utf-8"?>
<p188:cmLst xmlns:a="http://schemas.openxmlformats.org/drawingml/2006/main" xmlns:r="http://schemas.openxmlformats.org/officeDocument/2006/relationships" xmlns:p188="http://schemas.microsoft.com/office/powerpoint/2018/8/main">
  <p188:cm id="{CE27B774-0C6D-7D46-976B-0BB3BAAB4437}" authorId="{5C2688F7-FEEA-C1E3-5FA6-27009D6E830A}" created="2025-10-06T22:10:47.459">
    <pc:sldMkLst xmlns:pc="http://schemas.microsoft.com/office/powerpoint/2013/main/command">
      <pc:docMk/>
      <pc:sldMk cId="0" sldId="268"/>
    </pc:sldMkLst>
    <p188:txBody>
      <a:bodyPr/>
      <a:lstStyle/>
      <a:p>
        <a:r>
          <a:rPr lang="en-AU"/>
          <a:t>Legend needs to be bigger</a:t>
        </a:r>
      </a:p>
    </p188:txBody>
  </p188:cm>
</p188:cmLst>
</file>

<file path=ppt/comments/modernComment_123_569D5CAE.xml><?xml version="1.0" encoding="utf-8"?>
<p188:cmLst xmlns:a="http://schemas.openxmlformats.org/drawingml/2006/main" xmlns:r="http://schemas.openxmlformats.org/officeDocument/2006/relationships" xmlns:p188="http://schemas.microsoft.com/office/powerpoint/2018/8/main">
  <p188:cm id="{346B60DD-756C-9244-9169-A007C40BF285}" authorId="{5C2688F7-FEEA-C1E3-5FA6-27009D6E830A}" created="2025-10-06T22:10:47.459">
    <pc:sldMkLst xmlns:pc="http://schemas.microsoft.com/office/powerpoint/2013/main/command">
      <pc:docMk/>
      <pc:sldMk cId="0" sldId="268"/>
    </pc:sldMkLst>
    <p188:txBody>
      <a:bodyPr/>
      <a:lstStyle/>
      <a:p>
        <a:r>
          <a:rPr lang="en-AU"/>
          <a:t>Legend needs to be bigger</a:t>
        </a:r>
      </a:p>
    </p188:txBody>
  </p188:cm>
</p188:cmLst>
</file>

<file path=ppt/diagrams/_rels/data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94EF633-B6F3-4573-9F4E-59E93DE0C2F2}"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D745FCAA-7C87-4CA6-B017-6891E9E4A7C6}">
      <dgm:prSet/>
      <dgm:spPr/>
      <dgm:t>
        <a:bodyPr/>
        <a:lstStyle/>
        <a:p>
          <a:r>
            <a:rPr lang="en-US" b="0" i="0" baseline="0"/>
            <a:t>83k Grants </a:t>
          </a:r>
          <a:endParaRPr lang="en-US"/>
        </a:p>
      </dgm:t>
    </dgm:pt>
    <dgm:pt modelId="{7E38D36E-F268-4EC3-8FBB-5AF345D569E5}" type="parTrans" cxnId="{D3D7D09C-A3C4-4EA2-A47E-9B7117BD6550}">
      <dgm:prSet/>
      <dgm:spPr/>
      <dgm:t>
        <a:bodyPr/>
        <a:lstStyle/>
        <a:p>
          <a:endParaRPr lang="en-US"/>
        </a:p>
      </dgm:t>
    </dgm:pt>
    <dgm:pt modelId="{A5C05AD1-0530-419C-A7B4-7F35C1162E12}" type="sibTrans" cxnId="{D3D7D09C-A3C4-4EA2-A47E-9B7117BD6550}">
      <dgm:prSet/>
      <dgm:spPr/>
      <dgm:t>
        <a:bodyPr/>
        <a:lstStyle/>
        <a:p>
          <a:endParaRPr lang="en-US"/>
        </a:p>
      </dgm:t>
    </dgm:pt>
    <dgm:pt modelId="{C8302D9C-0A2E-4FA8-9D56-9E6F5E350523}">
      <dgm:prSet/>
      <dgm:spPr/>
      <dgm:t>
        <a:bodyPr/>
        <a:lstStyle/>
        <a:p>
          <a:r>
            <a:rPr lang="en-US" b="0" i="0" baseline="0"/>
            <a:t>809k researchers</a:t>
          </a:r>
          <a:endParaRPr lang="en-US"/>
        </a:p>
      </dgm:t>
    </dgm:pt>
    <dgm:pt modelId="{D36182EE-C7C5-4681-A12A-B97F9BE6FCD9}" type="parTrans" cxnId="{8C5273F9-4F24-416E-8E79-F33539C494D9}">
      <dgm:prSet/>
      <dgm:spPr/>
      <dgm:t>
        <a:bodyPr/>
        <a:lstStyle/>
        <a:p>
          <a:endParaRPr lang="en-US"/>
        </a:p>
      </dgm:t>
    </dgm:pt>
    <dgm:pt modelId="{92BC508F-630D-4038-96ED-AE0E25774828}" type="sibTrans" cxnId="{8C5273F9-4F24-416E-8E79-F33539C494D9}">
      <dgm:prSet/>
      <dgm:spPr/>
      <dgm:t>
        <a:bodyPr/>
        <a:lstStyle/>
        <a:p>
          <a:endParaRPr lang="en-US"/>
        </a:p>
      </dgm:t>
    </dgm:pt>
    <dgm:pt modelId="{FD4E2C1B-C75E-418C-8638-39E5A0715092}">
      <dgm:prSet/>
      <dgm:spPr/>
      <dgm:t>
        <a:bodyPr/>
        <a:lstStyle/>
        <a:p>
          <a:r>
            <a:rPr lang="en-US" b="0" i="0" baseline="0"/>
            <a:t>310k organisations</a:t>
          </a:r>
          <a:endParaRPr lang="en-US"/>
        </a:p>
      </dgm:t>
    </dgm:pt>
    <dgm:pt modelId="{F3FC31C0-9B9E-4C75-BBCD-BC92FFA9A169}" type="parTrans" cxnId="{12F321AB-E42A-4030-99AB-BFB74779A55D}">
      <dgm:prSet/>
      <dgm:spPr/>
      <dgm:t>
        <a:bodyPr/>
        <a:lstStyle/>
        <a:p>
          <a:endParaRPr lang="en-US"/>
        </a:p>
      </dgm:t>
    </dgm:pt>
    <dgm:pt modelId="{8F31AE60-D913-464F-A88D-546E44AAB09A}" type="sibTrans" cxnId="{12F321AB-E42A-4030-99AB-BFB74779A55D}">
      <dgm:prSet/>
      <dgm:spPr/>
      <dgm:t>
        <a:bodyPr/>
        <a:lstStyle/>
        <a:p>
          <a:endParaRPr lang="en-US"/>
        </a:p>
      </dgm:t>
    </dgm:pt>
    <dgm:pt modelId="{31980A04-F16C-4FC7-97AC-1D287C5CFE9B}" type="pres">
      <dgm:prSet presAssocID="{494EF633-B6F3-4573-9F4E-59E93DE0C2F2}" presName="root" presStyleCnt="0">
        <dgm:presLayoutVars>
          <dgm:dir/>
          <dgm:resizeHandles val="exact"/>
        </dgm:presLayoutVars>
      </dgm:prSet>
      <dgm:spPr/>
    </dgm:pt>
    <dgm:pt modelId="{3FB2AD0A-C365-4294-80C1-ABA2EF53D388}" type="pres">
      <dgm:prSet presAssocID="{D745FCAA-7C87-4CA6-B017-6891E9E4A7C6}" presName="compNode" presStyleCnt="0"/>
      <dgm:spPr/>
    </dgm:pt>
    <dgm:pt modelId="{A789E06B-50B3-4EE4-AB0B-2DAE2AD8263E}" type="pres">
      <dgm:prSet presAssocID="{D745FCAA-7C87-4CA6-B017-6891E9E4A7C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3B25CD4C-AB8B-4CB0-AFD1-5050156AA527}" type="pres">
      <dgm:prSet presAssocID="{D745FCAA-7C87-4CA6-B017-6891E9E4A7C6}" presName="spaceRect" presStyleCnt="0"/>
      <dgm:spPr/>
    </dgm:pt>
    <dgm:pt modelId="{78251FA5-51E7-4498-8301-85137B2DD1EF}" type="pres">
      <dgm:prSet presAssocID="{D745FCAA-7C87-4CA6-B017-6891E9E4A7C6}" presName="textRect" presStyleLbl="revTx" presStyleIdx="0" presStyleCnt="3">
        <dgm:presLayoutVars>
          <dgm:chMax val="1"/>
          <dgm:chPref val="1"/>
        </dgm:presLayoutVars>
      </dgm:prSet>
      <dgm:spPr/>
    </dgm:pt>
    <dgm:pt modelId="{FE50BF71-2175-4938-8EBE-E6CC6F3E3D5B}" type="pres">
      <dgm:prSet presAssocID="{A5C05AD1-0530-419C-A7B4-7F35C1162E12}" presName="sibTrans" presStyleCnt="0"/>
      <dgm:spPr/>
    </dgm:pt>
    <dgm:pt modelId="{B500DCC1-426A-4CBF-97B3-F6D6B3840581}" type="pres">
      <dgm:prSet presAssocID="{C8302D9C-0A2E-4FA8-9D56-9E6F5E350523}" presName="compNode" presStyleCnt="0"/>
      <dgm:spPr/>
    </dgm:pt>
    <dgm:pt modelId="{91297D52-EE01-4283-9D81-4345E43ED6ED}" type="pres">
      <dgm:prSet presAssocID="{C8302D9C-0A2E-4FA8-9D56-9E6F5E35052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gnifying glass"/>
        </a:ext>
      </dgm:extLst>
    </dgm:pt>
    <dgm:pt modelId="{EBB7505F-BAA3-4193-8B54-45C0B0AAFC86}" type="pres">
      <dgm:prSet presAssocID="{C8302D9C-0A2E-4FA8-9D56-9E6F5E350523}" presName="spaceRect" presStyleCnt="0"/>
      <dgm:spPr/>
    </dgm:pt>
    <dgm:pt modelId="{2CC0C9B9-8DB9-427E-9856-575D85091E6D}" type="pres">
      <dgm:prSet presAssocID="{C8302D9C-0A2E-4FA8-9D56-9E6F5E350523}" presName="textRect" presStyleLbl="revTx" presStyleIdx="1" presStyleCnt="3">
        <dgm:presLayoutVars>
          <dgm:chMax val="1"/>
          <dgm:chPref val="1"/>
        </dgm:presLayoutVars>
      </dgm:prSet>
      <dgm:spPr/>
    </dgm:pt>
    <dgm:pt modelId="{E5144964-C92A-40F0-990F-4DE2FDE4367A}" type="pres">
      <dgm:prSet presAssocID="{92BC508F-630D-4038-96ED-AE0E25774828}" presName="sibTrans" presStyleCnt="0"/>
      <dgm:spPr/>
    </dgm:pt>
    <dgm:pt modelId="{A1FF63C8-3A5F-420B-B987-E70FDC082427}" type="pres">
      <dgm:prSet presAssocID="{FD4E2C1B-C75E-418C-8638-39E5A0715092}" presName="compNode" presStyleCnt="0"/>
      <dgm:spPr/>
    </dgm:pt>
    <dgm:pt modelId="{1BC8446B-CD92-48CD-B5CD-6D812B9B197D}" type="pres">
      <dgm:prSet presAssocID="{FD4E2C1B-C75E-418C-8638-39E5A071509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s"/>
        </a:ext>
      </dgm:extLst>
    </dgm:pt>
    <dgm:pt modelId="{C9DFFFEB-B6DF-413E-8C3C-179427347152}" type="pres">
      <dgm:prSet presAssocID="{FD4E2C1B-C75E-418C-8638-39E5A0715092}" presName="spaceRect" presStyleCnt="0"/>
      <dgm:spPr/>
    </dgm:pt>
    <dgm:pt modelId="{F917262A-B457-4092-9452-EE2E10AE4199}" type="pres">
      <dgm:prSet presAssocID="{FD4E2C1B-C75E-418C-8638-39E5A0715092}" presName="textRect" presStyleLbl="revTx" presStyleIdx="2" presStyleCnt="3">
        <dgm:presLayoutVars>
          <dgm:chMax val="1"/>
          <dgm:chPref val="1"/>
        </dgm:presLayoutVars>
      </dgm:prSet>
      <dgm:spPr/>
    </dgm:pt>
  </dgm:ptLst>
  <dgm:cxnLst>
    <dgm:cxn modelId="{8C394C0D-9908-4B09-A687-10EDF6AE7D05}" type="presOf" srcId="{494EF633-B6F3-4573-9F4E-59E93DE0C2F2}" destId="{31980A04-F16C-4FC7-97AC-1D287C5CFE9B}" srcOrd="0" destOrd="0" presId="urn:microsoft.com/office/officeart/2018/2/layout/IconLabelList"/>
    <dgm:cxn modelId="{B63C992A-8464-4844-AA85-2CD13C05BDA7}" type="presOf" srcId="{D745FCAA-7C87-4CA6-B017-6891E9E4A7C6}" destId="{78251FA5-51E7-4498-8301-85137B2DD1EF}" srcOrd="0" destOrd="0" presId="urn:microsoft.com/office/officeart/2018/2/layout/IconLabelList"/>
    <dgm:cxn modelId="{0CD65D5D-A7E6-4578-8455-955B64EDB81C}" type="presOf" srcId="{C8302D9C-0A2E-4FA8-9D56-9E6F5E350523}" destId="{2CC0C9B9-8DB9-427E-9856-575D85091E6D}" srcOrd="0" destOrd="0" presId="urn:microsoft.com/office/officeart/2018/2/layout/IconLabelList"/>
    <dgm:cxn modelId="{9143BD6B-FC30-4D5B-BCDE-B81914389764}" type="presOf" srcId="{FD4E2C1B-C75E-418C-8638-39E5A0715092}" destId="{F917262A-B457-4092-9452-EE2E10AE4199}" srcOrd="0" destOrd="0" presId="urn:microsoft.com/office/officeart/2018/2/layout/IconLabelList"/>
    <dgm:cxn modelId="{D3D7D09C-A3C4-4EA2-A47E-9B7117BD6550}" srcId="{494EF633-B6F3-4573-9F4E-59E93DE0C2F2}" destId="{D745FCAA-7C87-4CA6-B017-6891E9E4A7C6}" srcOrd="0" destOrd="0" parTransId="{7E38D36E-F268-4EC3-8FBB-5AF345D569E5}" sibTransId="{A5C05AD1-0530-419C-A7B4-7F35C1162E12}"/>
    <dgm:cxn modelId="{12F321AB-E42A-4030-99AB-BFB74779A55D}" srcId="{494EF633-B6F3-4573-9F4E-59E93DE0C2F2}" destId="{FD4E2C1B-C75E-418C-8638-39E5A0715092}" srcOrd="2" destOrd="0" parTransId="{F3FC31C0-9B9E-4C75-BBCD-BC92FFA9A169}" sibTransId="{8F31AE60-D913-464F-A88D-546E44AAB09A}"/>
    <dgm:cxn modelId="{8C5273F9-4F24-416E-8E79-F33539C494D9}" srcId="{494EF633-B6F3-4573-9F4E-59E93DE0C2F2}" destId="{C8302D9C-0A2E-4FA8-9D56-9E6F5E350523}" srcOrd="1" destOrd="0" parTransId="{D36182EE-C7C5-4681-A12A-B97F9BE6FCD9}" sibTransId="{92BC508F-630D-4038-96ED-AE0E25774828}"/>
    <dgm:cxn modelId="{6994D290-2BB5-4849-B2B0-04A67F8FF0B1}" type="presParOf" srcId="{31980A04-F16C-4FC7-97AC-1D287C5CFE9B}" destId="{3FB2AD0A-C365-4294-80C1-ABA2EF53D388}" srcOrd="0" destOrd="0" presId="urn:microsoft.com/office/officeart/2018/2/layout/IconLabelList"/>
    <dgm:cxn modelId="{E7804A61-8946-4E2E-9F39-7CF4DCD6B599}" type="presParOf" srcId="{3FB2AD0A-C365-4294-80C1-ABA2EF53D388}" destId="{A789E06B-50B3-4EE4-AB0B-2DAE2AD8263E}" srcOrd="0" destOrd="0" presId="urn:microsoft.com/office/officeart/2018/2/layout/IconLabelList"/>
    <dgm:cxn modelId="{03298919-B591-4880-AB7A-5CE6F4392F27}" type="presParOf" srcId="{3FB2AD0A-C365-4294-80C1-ABA2EF53D388}" destId="{3B25CD4C-AB8B-4CB0-AFD1-5050156AA527}" srcOrd="1" destOrd="0" presId="urn:microsoft.com/office/officeart/2018/2/layout/IconLabelList"/>
    <dgm:cxn modelId="{C5F7B8B0-53C8-445F-9284-118AFCBF8CAC}" type="presParOf" srcId="{3FB2AD0A-C365-4294-80C1-ABA2EF53D388}" destId="{78251FA5-51E7-4498-8301-85137B2DD1EF}" srcOrd="2" destOrd="0" presId="urn:microsoft.com/office/officeart/2018/2/layout/IconLabelList"/>
    <dgm:cxn modelId="{FBA40458-B684-46E7-B563-5C4EDF6F6698}" type="presParOf" srcId="{31980A04-F16C-4FC7-97AC-1D287C5CFE9B}" destId="{FE50BF71-2175-4938-8EBE-E6CC6F3E3D5B}" srcOrd="1" destOrd="0" presId="urn:microsoft.com/office/officeart/2018/2/layout/IconLabelList"/>
    <dgm:cxn modelId="{F187AF92-0975-4A83-B57A-78AC8DE7594C}" type="presParOf" srcId="{31980A04-F16C-4FC7-97AC-1D287C5CFE9B}" destId="{B500DCC1-426A-4CBF-97B3-F6D6B3840581}" srcOrd="2" destOrd="0" presId="urn:microsoft.com/office/officeart/2018/2/layout/IconLabelList"/>
    <dgm:cxn modelId="{40E23A1A-6B4A-4BC9-8810-67882D548140}" type="presParOf" srcId="{B500DCC1-426A-4CBF-97B3-F6D6B3840581}" destId="{91297D52-EE01-4283-9D81-4345E43ED6ED}" srcOrd="0" destOrd="0" presId="urn:microsoft.com/office/officeart/2018/2/layout/IconLabelList"/>
    <dgm:cxn modelId="{00F92BFA-BF79-4E8E-87C9-E551F806DAEB}" type="presParOf" srcId="{B500DCC1-426A-4CBF-97B3-F6D6B3840581}" destId="{EBB7505F-BAA3-4193-8B54-45C0B0AAFC86}" srcOrd="1" destOrd="0" presId="urn:microsoft.com/office/officeart/2018/2/layout/IconLabelList"/>
    <dgm:cxn modelId="{43DB5FAF-C4B1-4709-ADAE-C37EFD87DA79}" type="presParOf" srcId="{B500DCC1-426A-4CBF-97B3-F6D6B3840581}" destId="{2CC0C9B9-8DB9-427E-9856-575D85091E6D}" srcOrd="2" destOrd="0" presId="urn:microsoft.com/office/officeart/2018/2/layout/IconLabelList"/>
    <dgm:cxn modelId="{1F21227A-2322-425D-A83F-0A43749A5A02}" type="presParOf" srcId="{31980A04-F16C-4FC7-97AC-1D287C5CFE9B}" destId="{E5144964-C92A-40F0-990F-4DE2FDE4367A}" srcOrd="3" destOrd="0" presId="urn:microsoft.com/office/officeart/2018/2/layout/IconLabelList"/>
    <dgm:cxn modelId="{39904A2E-CF40-4E8C-B27E-4C64F25CC510}" type="presParOf" srcId="{31980A04-F16C-4FC7-97AC-1D287C5CFE9B}" destId="{A1FF63C8-3A5F-420B-B987-E70FDC082427}" srcOrd="4" destOrd="0" presId="urn:microsoft.com/office/officeart/2018/2/layout/IconLabelList"/>
    <dgm:cxn modelId="{9133DA77-7C68-471D-8DA0-FCE65404FA12}" type="presParOf" srcId="{A1FF63C8-3A5F-420B-B987-E70FDC082427}" destId="{1BC8446B-CD92-48CD-B5CD-6D812B9B197D}" srcOrd="0" destOrd="0" presId="urn:microsoft.com/office/officeart/2018/2/layout/IconLabelList"/>
    <dgm:cxn modelId="{4169B4F5-5E59-40EC-9BE0-AE55D715492E}" type="presParOf" srcId="{A1FF63C8-3A5F-420B-B987-E70FDC082427}" destId="{C9DFFFEB-B6DF-413E-8C3C-179427347152}" srcOrd="1" destOrd="0" presId="urn:microsoft.com/office/officeart/2018/2/layout/IconLabelList"/>
    <dgm:cxn modelId="{D471E1E2-CEF4-4E94-9132-95541ED0062D}" type="presParOf" srcId="{A1FF63C8-3A5F-420B-B987-E70FDC082427}" destId="{F917262A-B457-4092-9452-EE2E10AE4199}"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965173E-BAB3-406C-9AB4-5FD535917874}" type="doc">
      <dgm:prSet loTypeId="urn:microsoft.com/office/officeart/2005/8/layout/hierarchy1" loCatId="hierarchy" qsTypeId="urn:microsoft.com/office/officeart/2005/8/quickstyle/simple2" qsCatId="simple" csTypeId="urn:microsoft.com/office/officeart/2005/8/colors/accent2_2" csCatId="accent2"/>
      <dgm:spPr/>
      <dgm:t>
        <a:bodyPr/>
        <a:lstStyle/>
        <a:p>
          <a:endParaRPr lang="en-US"/>
        </a:p>
      </dgm:t>
    </dgm:pt>
    <dgm:pt modelId="{D3B05267-30F4-44EB-87B7-299A92BC274B}">
      <dgm:prSet/>
      <dgm:spPr/>
      <dgm:t>
        <a:bodyPr/>
        <a:lstStyle/>
        <a:p>
          <a:r>
            <a:rPr lang="en-AU" b="0" i="0" baseline="0"/>
            <a:t>Quality control for the categorisation and merge process</a:t>
          </a:r>
          <a:endParaRPr lang="en-US"/>
        </a:p>
      </dgm:t>
    </dgm:pt>
    <dgm:pt modelId="{4AD80B62-9EAC-491E-A2F7-6503B1782D91}" type="parTrans" cxnId="{E8D6A5A8-A7EA-4C25-813D-ED812C81A751}">
      <dgm:prSet/>
      <dgm:spPr/>
      <dgm:t>
        <a:bodyPr/>
        <a:lstStyle/>
        <a:p>
          <a:endParaRPr lang="en-US"/>
        </a:p>
      </dgm:t>
    </dgm:pt>
    <dgm:pt modelId="{5846BCB9-AA0A-4D8A-8A6D-F79390086A9A}" type="sibTrans" cxnId="{E8D6A5A8-A7EA-4C25-813D-ED812C81A751}">
      <dgm:prSet/>
      <dgm:spPr/>
      <dgm:t>
        <a:bodyPr/>
        <a:lstStyle/>
        <a:p>
          <a:endParaRPr lang="en-US"/>
        </a:p>
      </dgm:t>
    </dgm:pt>
    <dgm:pt modelId="{335489B8-55DD-4032-98B9-5EA990DBFDAE}">
      <dgm:prSet/>
      <dgm:spPr/>
      <dgm:t>
        <a:bodyPr/>
        <a:lstStyle/>
        <a:p>
          <a:r>
            <a:rPr lang="en-AU" b="0" i="0" baseline="0"/>
            <a:t>Further examination of different clustering/embedding algorithms</a:t>
          </a:r>
          <a:endParaRPr lang="en-US"/>
        </a:p>
      </dgm:t>
    </dgm:pt>
    <dgm:pt modelId="{E57F8871-AB6D-4EFB-8C3A-95834651D754}" type="parTrans" cxnId="{7D1BC950-9C4F-444E-9B2A-950CA6C09017}">
      <dgm:prSet/>
      <dgm:spPr/>
      <dgm:t>
        <a:bodyPr/>
        <a:lstStyle/>
        <a:p>
          <a:endParaRPr lang="en-US"/>
        </a:p>
      </dgm:t>
    </dgm:pt>
    <dgm:pt modelId="{9EE13EB9-9E66-453D-8914-ECFD1EA51F85}" type="sibTrans" cxnId="{7D1BC950-9C4F-444E-9B2A-950CA6C09017}">
      <dgm:prSet/>
      <dgm:spPr/>
      <dgm:t>
        <a:bodyPr/>
        <a:lstStyle/>
        <a:p>
          <a:endParaRPr lang="en-US"/>
        </a:p>
      </dgm:t>
    </dgm:pt>
    <dgm:pt modelId="{28786FD4-0E13-1846-9C0E-9D8701505B68}" type="pres">
      <dgm:prSet presAssocID="{3965173E-BAB3-406C-9AB4-5FD535917874}" presName="hierChild1" presStyleCnt="0">
        <dgm:presLayoutVars>
          <dgm:chPref val="1"/>
          <dgm:dir/>
          <dgm:animOne val="branch"/>
          <dgm:animLvl val="lvl"/>
          <dgm:resizeHandles/>
        </dgm:presLayoutVars>
      </dgm:prSet>
      <dgm:spPr/>
    </dgm:pt>
    <dgm:pt modelId="{703066EE-0972-BD47-A45C-25E597DD6D15}" type="pres">
      <dgm:prSet presAssocID="{D3B05267-30F4-44EB-87B7-299A92BC274B}" presName="hierRoot1" presStyleCnt="0"/>
      <dgm:spPr/>
    </dgm:pt>
    <dgm:pt modelId="{BA737556-C441-3A4C-AA51-D12EE65092D3}" type="pres">
      <dgm:prSet presAssocID="{D3B05267-30F4-44EB-87B7-299A92BC274B}" presName="composite" presStyleCnt="0"/>
      <dgm:spPr/>
    </dgm:pt>
    <dgm:pt modelId="{E6BC3862-4808-D941-B134-453896BDBE0E}" type="pres">
      <dgm:prSet presAssocID="{D3B05267-30F4-44EB-87B7-299A92BC274B}" presName="background" presStyleLbl="node0" presStyleIdx="0" presStyleCnt="2"/>
      <dgm:spPr/>
    </dgm:pt>
    <dgm:pt modelId="{E1983616-5295-984E-ACE9-1979256FB9F0}" type="pres">
      <dgm:prSet presAssocID="{D3B05267-30F4-44EB-87B7-299A92BC274B}" presName="text" presStyleLbl="fgAcc0" presStyleIdx="0" presStyleCnt="2">
        <dgm:presLayoutVars>
          <dgm:chPref val="3"/>
        </dgm:presLayoutVars>
      </dgm:prSet>
      <dgm:spPr/>
    </dgm:pt>
    <dgm:pt modelId="{A0F9E103-71C7-AC40-B3D4-49823829FE03}" type="pres">
      <dgm:prSet presAssocID="{D3B05267-30F4-44EB-87B7-299A92BC274B}" presName="hierChild2" presStyleCnt="0"/>
      <dgm:spPr/>
    </dgm:pt>
    <dgm:pt modelId="{9D243736-F1E0-7941-8DB6-F885D2211E8E}" type="pres">
      <dgm:prSet presAssocID="{335489B8-55DD-4032-98B9-5EA990DBFDAE}" presName="hierRoot1" presStyleCnt="0"/>
      <dgm:spPr/>
    </dgm:pt>
    <dgm:pt modelId="{75C415F8-32DE-8747-A3F1-61D2ADACA420}" type="pres">
      <dgm:prSet presAssocID="{335489B8-55DD-4032-98B9-5EA990DBFDAE}" presName="composite" presStyleCnt="0"/>
      <dgm:spPr/>
    </dgm:pt>
    <dgm:pt modelId="{E90E4556-B5D6-4148-9E6C-76C036E167DD}" type="pres">
      <dgm:prSet presAssocID="{335489B8-55DD-4032-98B9-5EA990DBFDAE}" presName="background" presStyleLbl="node0" presStyleIdx="1" presStyleCnt="2"/>
      <dgm:spPr/>
    </dgm:pt>
    <dgm:pt modelId="{E94B612E-2201-5044-A1C2-837EFDF49B2E}" type="pres">
      <dgm:prSet presAssocID="{335489B8-55DD-4032-98B9-5EA990DBFDAE}" presName="text" presStyleLbl="fgAcc0" presStyleIdx="1" presStyleCnt="2">
        <dgm:presLayoutVars>
          <dgm:chPref val="3"/>
        </dgm:presLayoutVars>
      </dgm:prSet>
      <dgm:spPr/>
    </dgm:pt>
    <dgm:pt modelId="{E327DF7B-FC6F-AB42-B6CE-838C854776BC}" type="pres">
      <dgm:prSet presAssocID="{335489B8-55DD-4032-98B9-5EA990DBFDAE}" presName="hierChild2" presStyleCnt="0"/>
      <dgm:spPr/>
    </dgm:pt>
  </dgm:ptLst>
  <dgm:cxnLst>
    <dgm:cxn modelId="{7D1BC950-9C4F-444E-9B2A-950CA6C09017}" srcId="{3965173E-BAB3-406C-9AB4-5FD535917874}" destId="{335489B8-55DD-4032-98B9-5EA990DBFDAE}" srcOrd="1" destOrd="0" parTransId="{E57F8871-AB6D-4EFB-8C3A-95834651D754}" sibTransId="{9EE13EB9-9E66-453D-8914-ECFD1EA51F85}"/>
    <dgm:cxn modelId="{CB213D78-EEF2-7742-8FE9-8A5D7DCC6ADA}" type="presOf" srcId="{335489B8-55DD-4032-98B9-5EA990DBFDAE}" destId="{E94B612E-2201-5044-A1C2-837EFDF49B2E}" srcOrd="0" destOrd="0" presId="urn:microsoft.com/office/officeart/2005/8/layout/hierarchy1"/>
    <dgm:cxn modelId="{E8D6A5A8-A7EA-4C25-813D-ED812C81A751}" srcId="{3965173E-BAB3-406C-9AB4-5FD535917874}" destId="{D3B05267-30F4-44EB-87B7-299A92BC274B}" srcOrd="0" destOrd="0" parTransId="{4AD80B62-9EAC-491E-A2F7-6503B1782D91}" sibTransId="{5846BCB9-AA0A-4D8A-8A6D-F79390086A9A}"/>
    <dgm:cxn modelId="{AC3442D1-377F-954C-AA8E-C4A6C983D38C}" type="presOf" srcId="{D3B05267-30F4-44EB-87B7-299A92BC274B}" destId="{E1983616-5295-984E-ACE9-1979256FB9F0}" srcOrd="0" destOrd="0" presId="urn:microsoft.com/office/officeart/2005/8/layout/hierarchy1"/>
    <dgm:cxn modelId="{7DCA16E6-F238-764C-B9E5-37FD92541FFE}" type="presOf" srcId="{3965173E-BAB3-406C-9AB4-5FD535917874}" destId="{28786FD4-0E13-1846-9C0E-9D8701505B68}" srcOrd="0" destOrd="0" presId="urn:microsoft.com/office/officeart/2005/8/layout/hierarchy1"/>
    <dgm:cxn modelId="{E9322932-2FAB-0C43-AB13-4FC08F2E75D6}" type="presParOf" srcId="{28786FD4-0E13-1846-9C0E-9D8701505B68}" destId="{703066EE-0972-BD47-A45C-25E597DD6D15}" srcOrd="0" destOrd="0" presId="urn:microsoft.com/office/officeart/2005/8/layout/hierarchy1"/>
    <dgm:cxn modelId="{6CE11BF0-3B77-E24B-A208-695B8C784841}" type="presParOf" srcId="{703066EE-0972-BD47-A45C-25E597DD6D15}" destId="{BA737556-C441-3A4C-AA51-D12EE65092D3}" srcOrd="0" destOrd="0" presId="urn:microsoft.com/office/officeart/2005/8/layout/hierarchy1"/>
    <dgm:cxn modelId="{27D43C67-F982-604C-AC17-99F2383C8FD2}" type="presParOf" srcId="{BA737556-C441-3A4C-AA51-D12EE65092D3}" destId="{E6BC3862-4808-D941-B134-453896BDBE0E}" srcOrd="0" destOrd="0" presId="urn:microsoft.com/office/officeart/2005/8/layout/hierarchy1"/>
    <dgm:cxn modelId="{CAC9AA92-7C25-B544-A8F1-65C1BE6887EC}" type="presParOf" srcId="{BA737556-C441-3A4C-AA51-D12EE65092D3}" destId="{E1983616-5295-984E-ACE9-1979256FB9F0}" srcOrd="1" destOrd="0" presId="urn:microsoft.com/office/officeart/2005/8/layout/hierarchy1"/>
    <dgm:cxn modelId="{A40734DC-E9F4-D84F-9540-FD00B63836D4}" type="presParOf" srcId="{703066EE-0972-BD47-A45C-25E597DD6D15}" destId="{A0F9E103-71C7-AC40-B3D4-49823829FE03}" srcOrd="1" destOrd="0" presId="urn:microsoft.com/office/officeart/2005/8/layout/hierarchy1"/>
    <dgm:cxn modelId="{3728F049-B402-3344-B28D-DE2BE99D3693}" type="presParOf" srcId="{28786FD4-0E13-1846-9C0E-9D8701505B68}" destId="{9D243736-F1E0-7941-8DB6-F885D2211E8E}" srcOrd="1" destOrd="0" presId="urn:microsoft.com/office/officeart/2005/8/layout/hierarchy1"/>
    <dgm:cxn modelId="{1CC211B5-ED70-6E4E-8AB8-6AAE40635D2B}" type="presParOf" srcId="{9D243736-F1E0-7941-8DB6-F885D2211E8E}" destId="{75C415F8-32DE-8747-A3F1-61D2ADACA420}" srcOrd="0" destOrd="0" presId="urn:microsoft.com/office/officeart/2005/8/layout/hierarchy1"/>
    <dgm:cxn modelId="{498AD5B2-A12D-AD43-B68B-481A3F75EFC5}" type="presParOf" srcId="{75C415F8-32DE-8747-A3F1-61D2ADACA420}" destId="{E90E4556-B5D6-4148-9E6C-76C036E167DD}" srcOrd="0" destOrd="0" presId="urn:microsoft.com/office/officeart/2005/8/layout/hierarchy1"/>
    <dgm:cxn modelId="{C0D93BB2-6951-964F-90B0-1AE5B9345FE9}" type="presParOf" srcId="{75C415F8-32DE-8747-A3F1-61D2ADACA420}" destId="{E94B612E-2201-5044-A1C2-837EFDF49B2E}" srcOrd="1" destOrd="0" presId="urn:microsoft.com/office/officeart/2005/8/layout/hierarchy1"/>
    <dgm:cxn modelId="{051F84CA-30D3-A246-B51B-7451FB6F2F35}" type="presParOf" srcId="{9D243736-F1E0-7941-8DB6-F885D2211E8E}" destId="{E327DF7B-FC6F-AB42-B6CE-838C854776B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89E06B-50B3-4EE4-AB0B-2DAE2AD8263E}">
      <dsp:nvSpPr>
        <dsp:cNvPr id="0" name=""/>
        <dsp:cNvSpPr/>
      </dsp:nvSpPr>
      <dsp:spPr>
        <a:xfrm>
          <a:off x="959850" y="896879"/>
          <a:ext cx="1454962" cy="14549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8251FA5-51E7-4498-8301-85137B2DD1EF}">
      <dsp:nvSpPr>
        <dsp:cNvPr id="0" name=""/>
        <dsp:cNvSpPr/>
      </dsp:nvSpPr>
      <dsp:spPr>
        <a:xfrm>
          <a:off x="70706" y="2735664"/>
          <a:ext cx="32332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90000"/>
            </a:lnSpc>
            <a:spcBef>
              <a:spcPct val="0"/>
            </a:spcBef>
            <a:spcAft>
              <a:spcPct val="35000"/>
            </a:spcAft>
            <a:buNone/>
          </a:pPr>
          <a:r>
            <a:rPr lang="en-US" sz="3100" b="0" i="0" kern="1200" baseline="0"/>
            <a:t>83k Grants </a:t>
          </a:r>
          <a:endParaRPr lang="en-US" sz="3100" kern="1200"/>
        </a:p>
      </dsp:txBody>
      <dsp:txXfrm>
        <a:off x="70706" y="2735664"/>
        <a:ext cx="3233249" cy="720000"/>
      </dsp:txXfrm>
    </dsp:sp>
    <dsp:sp modelId="{91297D52-EE01-4283-9D81-4345E43ED6ED}">
      <dsp:nvSpPr>
        <dsp:cNvPr id="0" name=""/>
        <dsp:cNvSpPr/>
      </dsp:nvSpPr>
      <dsp:spPr>
        <a:xfrm>
          <a:off x="4758918" y="896879"/>
          <a:ext cx="1454962" cy="14549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CC0C9B9-8DB9-427E-9856-575D85091E6D}">
      <dsp:nvSpPr>
        <dsp:cNvPr id="0" name=""/>
        <dsp:cNvSpPr/>
      </dsp:nvSpPr>
      <dsp:spPr>
        <a:xfrm>
          <a:off x="3869775" y="2735664"/>
          <a:ext cx="32332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90000"/>
            </a:lnSpc>
            <a:spcBef>
              <a:spcPct val="0"/>
            </a:spcBef>
            <a:spcAft>
              <a:spcPct val="35000"/>
            </a:spcAft>
            <a:buNone/>
          </a:pPr>
          <a:r>
            <a:rPr lang="en-US" sz="3100" b="0" i="0" kern="1200" baseline="0"/>
            <a:t>809k researchers</a:t>
          </a:r>
          <a:endParaRPr lang="en-US" sz="3100" kern="1200"/>
        </a:p>
      </dsp:txBody>
      <dsp:txXfrm>
        <a:off x="3869775" y="2735664"/>
        <a:ext cx="3233249" cy="720000"/>
      </dsp:txXfrm>
    </dsp:sp>
    <dsp:sp modelId="{1BC8446B-CD92-48CD-B5CD-6D812B9B197D}">
      <dsp:nvSpPr>
        <dsp:cNvPr id="0" name=""/>
        <dsp:cNvSpPr/>
      </dsp:nvSpPr>
      <dsp:spPr>
        <a:xfrm>
          <a:off x="8557987" y="896879"/>
          <a:ext cx="1454962" cy="14549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917262A-B457-4092-9452-EE2E10AE4199}">
      <dsp:nvSpPr>
        <dsp:cNvPr id="0" name=""/>
        <dsp:cNvSpPr/>
      </dsp:nvSpPr>
      <dsp:spPr>
        <a:xfrm>
          <a:off x="7668843" y="2735664"/>
          <a:ext cx="32332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377950">
            <a:lnSpc>
              <a:spcPct val="90000"/>
            </a:lnSpc>
            <a:spcBef>
              <a:spcPct val="0"/>
            </a:spcBef>
            <a:spcAft>
              <a:spcPct val="35000"/>
            </a:spcAft>
            <a:buNone/>
          </a:pPr>
          <a:r>
            <a:rPr lang="en-US" sz="3100" b="0" i="0" kern="1200" baseline="0"/>
            <a:t>310k organisations</a:t>
          </a:r>
          <a:endParaRPr lang="en-US" sz="3100" kern="1200"/>
        </a:p>
      </dsp:txBody>
      <dsp:txXfrm>
        <a:off x="7668843" y="2735664"/>
        <a:ext cx="3233249"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BC3862-4808-D941-B134-453896BDBE0E}">
      <dsp:nvSpPr>
        <dsp:cNvPr id="0" name=""/>
        <dsp:cNvSpPr/>
      </dsp:nvSpPr>
      <dsp:spPr>
        <a:xfrm>
          <a:off x="1339" y="435418"/>
          <a:ext cx="4701480" cy="2985440"/>
        </a:xfrm>
        <a:prstGeom prst="roundRect">
          <a:avLst>
            <a:gd name="adj" fmla="val 10000"/>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E1983616-5295-984E-ACE9-1979256FB9F0}">
      <dsp:nvSpPr>
        <dsp:cNvPr id="0" name=""/>
        <dsp:cNvSpPr/>
      </dsp:nvSpPr>
      <dsp:spPr>
        <a:xfrm>
          <a:off x="523726" y="931685"/>
          <a:ext cx="4701480" cy="2985440"/>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AU" sz="3500" b="0" i="0" kern="1200" baseline="0"/>
            <a:t>Quality control for the categorisation and merge process</a:t>
          </a:r>
          <a:endParaRPr lang="en-US" sz="3500" kern="1200"/>
        </a:p>
      </dsp:txBody>
      <dsp:txXfrm>
        <a:off x="611167" y="1019126"/>
        <a:ext cx="4526598" cy="2810558"/>
      </dsp:txXfrm>
    </dsp:sp>
    <dsp:sp modelId="{E90E4556-B5D6-4148-9E6C-76C036E167DD}">
      <dsp:nvSpPr>
        <dsp:cNvPr id="0" name=""/>
        <dsp:cNvSpPr/>
      </dsp:nvSpPr>
      <dsp:spPr>
        <a:xfrm>
          <a:off x="5747593" y="435418"/>
          <a:ext cx="4701480" cy="2985440"/>
        </a:xfrm>
        <a:prstGeom prst="roundRect">
          <a:avLst>
            <a:gd name="adj" fmla="val 10000"/>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E94B612E-2201-5044-A1C2-837EFDF49B2E}">
      <dsp:nvSpPr>
        <dsp:cNvPr id="0" name=""/>
        <dsp:cNvSpPr/>
      </dsp:nvSpPr>
      <dsp:spPr>
        <a:xfrm>
          <a:off x="6269980" y="931685"/>
          <a:ext cx="4701480" cy="2985440"/>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AU" sz="3500" b="0" i="0" kern="1200" baseline="0"/>
            <a:t>Further examination of different clustering/embedding algorithms</a:t>
          </a:r>
          <a:endParaRPr lang="en-US" sz="3500" kern="1200"/>
        </a:p>
      </dsp:txBody>
      <dsp:txXfrm>
        <a:off x="6357421" y="1019126"/>
        <a:ext cx="4526598" cy="2810558"/>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4" name="Shape 264"/>
          <p:cNvSpPr>
            <a:spLocks noGrp="1" noRot="1" noChangeAspect="1"/>
          </p:cNvSpPr>
          <p:nvPr>
            <p:ph type="sldImg"/>
          </p:nvPr>
        </p:nvSpPr>
        <p:spPr>
          <a:xfrm>
            <a:off x="1143000" y="685800"/>
            <a:ext cx="4572000" cy="3429000"/>
          </a:xfrm>
          <a:prstGeom prst="rect">
            <a:avLst/>
          </a:prstGeom>
        </p:spPr>
        <p:txBody>
          <a:bodyPr/>
          <a:lstStyle/>
          <a:p>
            <a:endParaRPr/>
          </a:p>
        </p:txBody>
      </p:sp>
      <p:sp>
        <p:nvSpPr>
          <p:cNvPr id="265" name="Shape 26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Calibri"/>
      </a:defRPr>
    </a:lvl1pPr>
    <a:lvl2pPr indent="228600" latinLnBrk="0">
      <a:defRPr sz="1400">
        <a:latin typeface="+mj-lt"/>
        <a:ea typeface="+mj-ea"/>
        <a:cs typeface="+mj-cs"/>
        <a:sym typeface="Calibri"/>
      </a:defRPr>
    </a:lvl2pPr>
    <a:lvl3pPr indent="457200" latinLnBrk="0">
      <a:defRPr sz="1400">
        <a:latin typeface="+mj-lt"/>
        <a:ea typeface="+mj-ea"/>
        <a:cs typeface="+mj-cs"/>
        <a:sym typeface="Calibri"/>
      </a:defRPr>
    </a:lvl3pPr>
    <a:lvl4pPr indent="685800" latinLnBrk="0">
      <a:defRPr sz="1400">
        <a:latin typeface="+mj-lt"/>
        <a:ea typeface="+mj-ea"/>
        <a:cs typeface="+mj-cs"/>
        <a:sym typeface="Calibri"/>
      </a:defRPr>
    </a:lvl4pPr>
    <a:lvl5pPr indent="914400" latinLnBrk="0">
      <a:defRPr sz="1400">
        <a:latin typeface="+mj-lt"/>
        <a:ea typeface="+mj-ea"/>
        <a:cs typeface="+mj-cs"/>
        <a:sym typeface="Calibri"/>
      </a:defRPr>
    </a:lvl5pPr>
    <a:lvl6pPr indent="1143000" latinLnBrk="0">
      <a:defRPr sz="1400">
        <a:latin typeface="+mj-lt"/>
        <a:ea typeface="+mj-ea"/>
        <a:cs typeface="+mj-cs"/>
        <a:sym typeface="Calibri"/>
      </a:defRPr>
    </a:lvl6pPr>
    <a:lvl7pPr indent="1371600" latinLnBrk="0">
      <a:defRPr sz="1400">
        <a:latin typeface="+mj-lt"/>
        <a:ea typeface="+mj-ea"/>
        <a:cs typeface="+mj-cs"/>
        <a:sym typeface="Calibri"/>
      </a:defRPr>
    </a:lvl7pPr>
    <a:lvl8pPr indent="1600200" latinLnBrk="0">
      <a:defRPr sz="1400">
        <a:latin typeface="+mj-lt"/>
        <a:ea typeface="+mj-ea"/>
        <a:cs typeface="+mj-cs"/>
        <a:sym typeface="Calibri"/>
      </a:defRPr>
    </a:lvl8pPr>
    <a:lvl9pPr indent="1828800" latinLnBrk="0">
      <a:defRPr sz="14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Shape 269"/>
          <p:cNvSpPr>
            <a:spLocks noGrp="1" noRot="1" noChangeAspect="1"/>
          </p:cNvSpPr>
          <p:nvPr>
            <p:ph type="sldImg"/>
          </p:nvPr>
        </p:nvSpPr>
        <p:spPr>
          <a:xfrm>
            <a:off x="381000" y="685800"/>
            <a:ext cx="6096000" cy="3429000"/>
          </a:xfrm>
          <a:prstGeom prst="rect">
            <a:avLst/>
          </a:prstGeom>
        </p:spPr>
        <p:txBody>
          <a:bodyPr/>
          <a:lstStyle/>
          <a:p>
            <a:endParaRPr/>
          </a:p>
        </p:txBody>
      </p:sp>
      <p:sp>
        <p:nvSpPr>
          <p:cNvPr id="270" name="Shape 270"/>
          <p:cNvSpPr>
            <a:spLocks noGrp="1"/>
          </p:cNvSpPr>
          <p:nvPr>
            <p:ph type="body" sz="quarter" idx="1"/>
          </p:nvPr>
        </p:nvSpPr>
        <p:spPr>
          <a:prstGeom prst="rect">
            <a:avLst/>
          </a:prstGeom>
        </p:spPr>
        <p:txBody>
          <a:bodyPr/>
          <a:lstStyle/>
          <a:p>
            <a:r>
              <a:t>ORCID profiles provide a substantial amount of information about research communities. ORCID is considered a key data source for providing valuable and open-access data about researchers and their research works. However, ORCID also has potential to inform Technology Landscaping regarding researchers and their associated research networks, with potential applications including identifying technical expertise, emerging research communities, and investment opportunities. </a:t>
            </a:r>
          </a:p>
          <a:p>
            <a:endParaRPr/>
          </a:p>
          <a:p>
            <a:r>
              <a:t>This presentation features a case study leveraging over 100,000 Australian ORCID researcher profiles and their research outcome collected from ARDC Research Link platform. We demonstrate how we have collected, connected, and analysed this dataset to observe the time-series evolution of the Australian research communities. The resulting animation will illustrate five years of historical developments within these communities. This will also establish a robust foundation for projecting future technological trends in Australia. </a:t>
            </a:r>
          </a:p>
          <a:p>
            <a:endParaRPr/>
          </a:p>
          <a:p>
            <a:r>
              <a:t>Aligning with the technical aspect of this presentation, we demonstrate an AI pipeline using LLM model to analyse our data and achieve the visualisation results. This makes the solution presented in our work accessible and interoperable with many research infrastructure solutions in universities. We will discuss the technical challenges and opportunities observed while developing and deploying this solution in Nectar Cloud. We believe the lessons learned from our work can help identify potential new use cases for application of AI pipelines to analyse ORCID and other open scholarly data.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Shape 279"/>
          <p:cNvSpPr>
            <a:spLocks noGrp="1" noRot="1" noChangeAspect="1"/>
          </p:cNvSpPr>
          <p:nvPr>
            <p:ph type="sldImg"/>
          </p:nvPr>
        </p:nvSpPr>
        <p:spPr>
          <a:xfrm>
            <a:off x="381000" y="685800"/>
            <a:ext cx="6096000" cy="3429000"/>
          </a:xfrm>
          <a:prstGeom prst="rect">
            <a:avLst/>
          </a:prstGeom>
        </p:spPr>
        <p:txBody>
          <a:bodyPr/>
          <a:lstStyle/>
          <a:p>
            <a:endParaRPr/>
          </a:p>
        </p:txBody>
      </p:sp>
      <p:sp>
        <p:nvSpPr>
          <p:cNvPr id="280" name="Shape 280"/>
          <p:cNvSpPr>
            <a:spLocks noGrp="1"/>
          </p:cNvSpPr>
          <p:nvPr>
            <p:ph type="body" sz="quarter" idx="1"/>
          </p:nvPr>
        </p:nvSpPr>
        <p:spPr>
          <a:prstGeom prst="rect">
            <a:avLst/>
          </a:prstGeom>
        </p:spPr>
        <p:txBody>
          <a:bodyPr/>
          <a:lstStyle/>
          <a:p>
            <a:r>
              <a:t>This slide will be presenting the keywords trends, so the x axis will be time, y axis will be the frequency and the bubble size will be funding amount.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Shape 285"/>
          <p:cNvSpPr>
            <a:spLocks noGrp="1" noRot="1" noChangeAspect="1"/>
          </p:cNvSpPr>
          <p:nvPr>
            <p:ph type="sldImg"/>
          </p:nvPr>
        </p:nvSpPr>
        <p:spPr>
          <a:xfrm>
            <a:off x="381000" y="685800"/>
            <a:ext cx="6096000" cy="3429000"/>
          </a:xfrm>
          <a:prstGeom prst="rect">
            <a:avLst/>
          </a:prstGeom>
        </p:spPr>
        <p:txBody>
          <a:bodyPr/>
          <a:lstStyle/>
          <a:p>
            <a:endParaRPr/>
          </a:p>
        </p:txBody>
      </p:sp>
      <p:sp>
        <p:nvSpPr>
          <p:cNvPr id="286" name="Shape 286"/>
          <p:cNvSpPr>
            <a:spLocks noGrp="1"/>
          </p:cNvSpPr>
          <p:nvPr>
            <p:ph type="body" sz="quarter" idx="1"/>
          </p:nvPr>
        </p:nvSpPr>
        <p:spPr>
          <a:prstGeom prst="rect">
            <a:avLst/>
          </a:prstGeom>
        </p:spPr>
        <p:txBody>
          <a:bodyPr/>
          <a:lstStyle/>
          <a:p>
            <a:r>
              <a:t>ORCID data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rtl="0" latinLnBrk="0"/>
            <a:r>
              <a:rPr lang="en-AU"/>
              <a:t>Need a slide </a:t>
            </a:r>
          </a:p>
        </p:txBody>
      </p:sp>
    </p:spTree>
    <p:extLst>
      <p:ext uri="{BB962C8B-B14F-4D97-AF65-F5344CB8AC3E}">
        <p14:creationId xmlns:p14="http://schemas.microsoft.com/office/powerpoint/2010/main" val="1654200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 name="Shape 406"/>
          <p:cNvSpPr>
            <a:spLocks noGrp="1" noRot="1" noChangeAspect="1"/>
          </p:cNvSpPr>
          <p:nvPr>
            <p:ph type="sldImg"/>
          </p:nvPr>
        </p:nvSpPr>
        <p:spPr>
          <a:xfrm>
            <a:off x="381000" y="685800"/>
            <a:ext cx="6096000" cy="3429000"/>
          </a:xfrm>
          <a:prstGeom prst="rect">
            <a:avLst/>
          </a:prstGeom>
        </p:spPr>
        <p:txBody>
          <a:bodyPr/>
          <a:lstStyle/>
          <a:p>
            <a:endParaRPr/>
          </a:p>
        </p:txBody>
      </p:sp>
      <p:sp>
        <p:nvSpPr>
          <p:cNvPr id="407" name="Shape 407"/>
          <p:cNvSpPr>
            <a:spLocks noGrp="1"/>
          </p:cNvSpPr>
          <p:nvPr>
            <p:ph type="body" sz="quarter" idx="1"/>
          </p:nvPr>
        </p:nvSpPr>
        <p:spPr>
          <a:prstGeom prst="rect">
            <a:avLst/>
          </a:prstGeom>
        </p:spPr>
        <p:txBody>
          <a:bodyPr/>
          <a:lstStyle/>
          <a:p>
            <a:r>
              <a:t>This slide will be presenting the keywords trends, so the x axis will be time, y axis will be the frequency and the bubble size will be funding amount. </a:t>
            </a:r>
          </a:p>
        </p:txBody>
      </p:sp>
    </p:spTree>
    <p:extLst>
      <p:ext uri="{BB962C8B-B14F-4D97-AF65-F5344CB8AC3E}">
        <p14:creationId xmlns:p14="http://schemas.microsoft.com/office/powerpoint/2010/main" val="3895796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87CF9-FC43-1000-CF0D-FF0F961FF6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6B3ADE-0008-165F-FA26-15E86CC9CBC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C27AA21-0C5F-CC86-6000-4BD79CB59EB3}"/>
              </a:ext>
            </a:extLst>
          </p:cNvPr>
          <p:cNvSpPr>
            <a:spLocks noGrp="1"/>
          </p:cNvSpPr>
          <p:nvPr>
            <p:ph type="body" idx="1"/>
          </p:nvPr>
        </p:nvSpPr>
        <p:spPr/>
        <p:txBody>
          <a:bodyPr/>
          <a:lstStyle/>
          <a:p>
            <a:r>
              <a:rPr lang="en-US"/>
              <a:t>This slide show an overview of the workflow. I’m going to expand it further in the next few slides</a:t>
            </a:r>
          </a:p>
        </p:txBody>
      </p:sp>
    </p:spTree>
    <p:extLst>
      <p:ext uri="{BB962C8B-B14F-4D97-AF65-F5344CB8AC3E}">
        <p14:creationId xmlns:p14="http://schemas.microsoft.com/office/powerpoint/2010/main" val="2430747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rtl="0" latinLnBrk="0"/>
            <a:endParaRPr lang="en-AU"/>
          </a:p>
        </p:txBody>
      </p:sp>
    </p:spTree>
    <p:extLst>
      <p:ext uri="{BB962C8B-B14F-4D97-AF65-F5344CB8AC3E}">
        <p14:creationId xmlns:p14="http://schemas.microsoft.com/office/powerpoint/2010/main" val="28897798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rtl="0" latinLnBrk="0"/>
            <a:endParaRPr lang="en-AU"/>
          </a:p>
        </p:txBody>
      </p:sp>
    </p:spTree>
    <p:extLst>
      <p:ext uri="{BB962C8B-B14F-4D97-AF65-F5344CB8AC3E}">
        <p14:creationId xmlns:p14="http://schemas.microsoft.com/office/powerpoint/2010/main" val="14871322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1A343-1B7C-7835-5DCF-89367E90DF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3F0753-11DB-4A8C-F5F0-F97A3E85140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0D3510F-7AB4-04F4-5E1A-9744BA6906AC}"/>
              </a:ext>
            </a:extLst>
          </p:cNvPr>
          <p:cNvSpPr>
            <a:spLocks noGrp="1"/>
          </p:cNvSpPr>
          <p:nvPr>
            <p:ph type="body" idx="1"/>
          </p:nvPr>
        </p:nvSpPr>
        <p:spPr/>
        <p:txBody>
          <a:bodyPr/>
          <a:lstStyle/>
          <a:p>
            <a:pPr algn="l" rtl="0" latinLnBrk="0"/>
            <a:endParaRPr lang="en-AU"/>
          </a:p>
        </p:txBody>
      </p:sp>
    </p:spTree>
    <p:extLst>
      <p:ext uri="{BB962C8B-B14F-4D97-AF65-F5344CB8AC3E}">
        <p14:creationId xmlns:p14="http://schemas.microsoft.com/office/powerpoint/2010/main" val="484804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D60EC-60A3-C4EF-F1BD-8CAE95B9CB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B1A4E9-0261-58CC-521F-B6AD10151EE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2F2DACA-2CFA-E95E-98F7-1411AC8C6356}"/>
              </a:ext>
            </a:extLst>
          </p:cNvPr>
          <p:cNvSpPr>
            <a:spLocks noGrp="1"/>
          </p:cNvSpPr>
          <p:nvPr>
            <p:ph type="body" idx="1"/>
          </p:nvPr>
        </p:nvSpPr>
        <p:spPr/>
        <p:txBody>
          <a:bodyPr/>
          <a:lstStyle/>
          <a:p>
            <a:pPr algn="l" rtl="0" latinLnBrk="0"/>
            <a:endParaRPr lang="en-AU"/>
          </a:p>
        </p:txBody>
      </p:sp>
    </p:spTree>
    <p:extLst>
      <p:ext uri="{BB962C8B-B14F-4D97-AF65-F5344CB8AC3E}">
        <p14:creationId xmlns:p14="http://schemas.microsoft.com/office/powerpoint/2010/main" val="25201913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D0998-82F7-FCEB-E8F7-E26D98242F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CD2446-0721-10B7-BE09-355DCFF1BB3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4033A4F-F865-304C-BD19-7DC2B5C63114}"/>
              </a:ext>
            </a:extLst>
          </p:cNvPr>
          <p:cNvSpPr>
            <a:spLocks noGrp="1"/>
          </p:cNvSpPr>
          <p:nvPr>
            <p:ph type="body" idx="1"/>
          </p:nvPr>
        </p:nvSpPr>
        <p:spPr/>
        <p:txBody>
          <a:bodyPr/>
          <a:lstStyle/>
          <a:p>
            <a:r>
              <a:rPr lang="en-US"/>
              <a:t>This slide show an overview of the workflow. I’m going to expand it further in the next few slides</a:t>
            </a:r>
          </a:p>
        </p:txBody>
      </p:sp>
    </p:spTree>
    <p:extLst>
      <p:ext uri="{BB962C8B-B14F-4D97-AF65-F5344CB8AC3E}">
        <p14:creationId xmlns:p14="http://schemas.microsoft.com/office/powerpoint/2010/main" val="41957578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In this slides we illustrate how we extract keywords from grants. We feed these 77k grants files each individually to Qwen4 4B Instruct 2507 model. And ask the LLM to identify keywords of 4 different types, general, technology, methodology and application. </a:t>
            </a:r>
          </a:p>
        </p:txBody>
      </p:sp>
    </p:spTree>
    <p:extLst>
      <p:ext uri="{BB962C8B-B14F-4D97-AF65-F5344CB8AC3E}">
        <p14:creationId xmlns:p14="http://schemas.microsoft.com/office/powerpoint/2010/main" val="1823305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Shape 361"/>
          <p:cNvSpPr>
            <a:spLocks noGrp="1" noRot="1" noChangeAspect="1"/>
          </p:cNvSpPr>
          <p:nvPr>
            <p:ph type="sldImg"/>
          </p:nvPr>
        </p:nvSpPr>
        <p:spPr>
          <a:xfrm>
            <a:off x="381000" y="685800"/>
            <a:ext cx="6096000" cy="3429000"/>
          </a:xfrm>
          <a:prstGeom prst="rect">
            <a:avLst/>
          </a:prstGeom>
        </p:spPr>
        <p:txBody>
          <a:bodyPr/>
          <a:lstStyle/>
          <a:p>
            <a:endParaRPr/>
          </a:p>
        </p:txBody>
      </p:sp>
      <p:sp>
        <p:nvSpPr>
          <p:cNvPr id="362" name="Shape 362"/>
          <p:cNvSpPr>
            <a:spLocks noGrp="1"/>
          </p:cNvSpPr>
          <p:nvPr>
            <p:ph type="body" sz="quarter" idx="1"/>
          </p:nvPr>
        </p:nvSpPr>
        <p:spPr>
          <a:prstGeom prst="rect">
            <a:avLst/>
          </a:prstGeom>
        </p:spPr>
        <p:txBody>
          <a:bodyPr/>
          <a:lstStyle/>
          <a:p>
            <a:r>
              <a:rPr lang="en-AU"/>
              <a:t>This slides shows an example system prompt, user input and output. At the top red box is system prompt, which defines the task objectives, list constraints etc. The middle blue box is an example grants input. We use html tag to delimit different fields of the grants. For those grants that do not have an description we simply use their title to extract keywords.</a:t>
            </a:r>
          </a:p>
          <a:p>
            <a:endParaRPr lang="en-AU"/>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 name="Shape 376"/>
          <p:cNvSpPr>
            <a:spLocks noGrp="1" noRot="1" noChangeAspect="1"/>
          </p:cNvSpPr>
          <p:nvPr>
            <p:ph type="sldImg"/>
          </p:nvPr>
        </p:nvSpPr>
        <p:spPr>
          <a:xfrm>
            <a:off x="381000" y="685800"/>
            <a:ext cx="6096000" cy="3429000"/>
          </a:xfrm>
          <a:prstGeom prst="rect">
            <a:avLst/>
          </a:prstGeom>
        </p:spPr>
        <p:txBody>
          <a:bodyPr/>
          <a:lstStyle/>
          <a:p>
            <a:endParaRPr/>
          </a:p>
        </p:txBody>
      </p:sp>
      <p:sp>
        <p:nvSpPr>
          <p:cNvPr id="377" name="Shape 377"/>
          <p:cNvSpPr>
            <a:spLocks noGrp="1"/>
          </p:cNvSpPr>
          <p:nvPr>
            <p:ph type="body" sz="quarter" idx="1"/>
          </p:nvPr>
        </p:nvSpPr>
        <p:spPr>
          <a:prstGeom prst="rect">
            <a:avLst/>
          </a:prstGeom>
        </p:spPr>
        <p:txBody>
          <a:bodyPr/>
          <a:lstStyle/>
          <a:p>
            <a:endParaRPr/>
          </a:p>
          <a:p>
            <a:pPr marL="140368" indent="-140368">
              <a:buSzPct val="100000"/>
              <a:buChar char="-"/>
            </a:pPr>
            <a:r>
              <a:t>Ideally we want to put all keywords in one huge batches that can be fed into a long context model like gemini-2.5-pro. However there are two issues</a:t>
            </a:r>
          </a:p>
          <a:p>
            <a:pPr marL="521368" lvl="1" indent="-140368">
              <a:buSzPct val="100000"/>
              <a:buChar char="-"/>
            </a:pPr>
            <a:r>
              <a:t>Even 1 mil context window is insufficient given the that we have generated around 200k keywords (along with their descriptions)</a:t>
            </a:r>
          </a:p>
          <a:p>
            <a:pPr marL="521368" lvl="1" indent="-140368">
              <a:buSzPct val="100000"/>
              <a:buChar char="-"/>
            </a:pPr>
            <a:r>
              <a:t>It is very difficult to do quality control as we will see in next slide</a:t>
            </a:r>
          </a:p>
          <a:p>
            <a:pPr marL="140368" indent="-140368">
              <a:buSzPct val="100000"/>
              <a:buChar char="-"/>
            </a:pPr>
            <a:r>
              <a:t>We use </a:t>
            </a:r>
            <a:r>
              <a:rPr err="1"/>
              <a:t>json</a:t>
            </a:r>
            <a:r>
              <a:t> schema to enforce LLM to reference back to input keywords. This is akin to the recall metrics, and it is our primary matric. </a:t>
            </a:r>
          </a:p>
          <a:p>
            <a:pPr marL="521368" lvl="1" indent="-140368">
              <a:buSzPct val="100000"/>
              <a:buChar char="-"/>
            </a:pPr>
            <a:r>
              <a:t>We also measured keyword precision (aka the how much does model hallucinate keywords), but In practice it is quite minimal</a:t>
            </a:r>
          </a:p>
          <a:p>
            <a:pPr marL="140368" indent="-140368">
              <a:buSzPct val="100000"/>
              <a:buChar char="-"/>
            </a:pPr>
            <a:r>
              <a:t>Therefore, we are taking batches of 50 keywords to create category</a:t>
            </a:r>
          </a:p>
          <a:p>
            <a:pPr marL="521368" lvl="1" indent="-140368">
              <a:buSzPct val="100000"/>
              <a:buChar char="-"/>
            </a:pPr>
            <a:r>
              <a:t>With this setting the output category is able to correctly cover around 90% of the input keywords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4FA91-C598-83E4-DDCB-E324E4FA6AFF}"/>
            </a:ext>
          </a:extLst>
        </p:cNvPr>
        <p:cNvGrpSpPr/>
        <p:nvPr/>
      </p:nvGrpSpPr>
      <p:grpSpPr>
        <a:xfrm>
          <a:off x="0" y="0"/>
          <a:ext cx="0" cy="0"/>
          <a:chOff x="0" y="0"/>
          <a:chExt cx="0" cy="0"/>
        </a:xfrm>
      </p:grpSpPr>
      <p:sp>
        <p:nvSpPr>
          <p:cNvPr id="376" name="Shape 376">
            <a:extLst>
              <a:ext uri="{FF2B5EF4-FFF2-40B4-BE49-F238E27FC236}">
                <a16:creationId xmlns:a16="http://schemas.microsoft.com/office/drawing/2014/main" id="{6EB1E2F1-1F9A-BFC5-F2AC-4028CAA1572A}"/>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377" name="Shape 377">
            <a:extLst>
              <a:ext uri="{FF2B5EF4-FFF2-40B4-BE49-F238E27FC236}">
                <a16:creationId xmlns:a16="http://schemas.microsoft.com/office/drawing/2014/main" id="{523D3CAA-602D-C5CC-DF30-622505A7E41E}"/>
              </a:ext>
            </a:extLst>
          </p:cNvPr>
          <p:cNvSpPr>
            <a:spLocks noGrp="1"/>
          </p:cNvSpPr>
          <p:nvPr>
            <p:ph type="body" sz="quarter" idx="1"/>
          </p:nvPr>
        </p:nvSpPr>
        <p:spPr>
          <a:prstGeom prst="rect">
            <a:avLst/>
          </a:prstGeom>
        </p:spPr>
        <p:txBody>
          <a:bodyPr/>
          <a:lstStyle/>
          <a:p>
            <a:endParaRPr/>
          </a:p>
          <a:p>
            <a:pPr marL="140368" indent="-140368">
              <a:buSzPct val="100000"/>
              <a:buChar char="-"/>
            </a:pPr>
            <a:r>
              <a:t>Ideally we want to put all keywords in one huge batches that can be fed into a long context model like gemini-2.5-pro. However there are two issues</a:t>
            </a:r>
          </a:p>
          <a:p>
            <a:pPr marL="521368" lvl="1" indent="-140368">
              <a:buSzPct val="100000"/>
              <a:buChar char="-"/>
            </a:pPr>
            <a:r>
              <a:t>Even 1 mil context window is insufficient given the that we have generated around 200k keywords (along with their descriptions)</a:t>
            </a:r>
          </a:p>
          <a:p>
            <a:pPr marL="521368" lvl="1" indent="-140368">
              <a:buSzPct val="100000"/>
              <a:buChar char="-"/>
            </a:pPr>
            <a:r>
              <a:t>It is very difficult to do quality control as we will see in next slide</a:t>
            </a:r>
          </a:p>
          <a:p>
            <a:pPr marL="140368" indent="-140368">
              <a:buSzPct val="100000"/>
              <a:buChar char="-"/>
            </a:pPr>
            <a:r>
              <a:t>We use </a:t>
            </a:r>
            <a:r>
              <a:rPr err="1"/>
              <a:t>json</a:t>
            </a:r>
            <a:r>
              <a:t> schema to enforce LLM to reference back to input keywords. This is akin to the recall metrics, and it is our primary matric. </a:t>
            </a:r>
          </a:p>
          <a:p>
            <a:pPr marL="521368" lvl="1" indent="-140368">
              <a:buSzPct val="100000"/>
              <a:buChar char="-"/>
            </a:pPr>
            <a:r>
              <a:t>We also measured keyword precision (aka the how much does model hallucinate keywords), but In practice it is quite minimal</a:t>
            </a:r>
          </a:p>
          <a:p>
            <a:pPr marL="140368" indent="-140368">
              <a:buSzPct val="100000"/>
              <a:buChar char="-"/>
            </a:pPr>
            <a:r>
              <a:t>Therefore, we are taking batches of 50 keywords to create category</a:t>
            </a:r>
          </a:p>
          <a:p>
            <a:pPr marL="521368" lvl="1" indent="-140368">
              <a:buSzPct val="100000"/>
              <a:buChar char="-"/>
            </a:pPr>
            <a:r>
              <a:t>With this setting the output category is able to correctly cover around 90% of the input keywords</a:t>
            </a:r>
          </a:p>
        </p:txBody>
      </p:sp>
    </p:spTree>
    <p:extLst>
      <p:ext uri="{BB962C8B-B14F-4D97-AF65-F5344CB8AC3E}">
        <p14:creationId xmlns:p14="http://schemas.microsoft.com/office/powerpoint/2010/main" val="32022907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BD96C-4B1F-F866-64FD-9059BA306361}"/>
            </a:ext>
          </a:extLst>
        </p:cNvPr>
        <p:cNvGrpSpPr/>
        <p:nvPr/>
      </p:nvGrpSpPr>
      <p:grpSpPr>
        <a:xfrm>
          <a:off x="0" y="0"/>
          <a:ext cx="0" cy="0"/>
          <a:chOff x="0" y="0"/>
          <a:chExt cx="0" cy="0"/>
        </a:xfrm>
      </p:grpSpPr>
      <p:sp>
        <p:nvSpPr>
          <p:cNvPr id="376" name="Shape 376">
            <a:extLst>
              <a:ext uri="{FF2B5EF4-FFF2-40B4-BE49-F238E27FC236}">
                <a16:creationId xmlns:a16="http://schemas.microsoft.com/office/drawing/2014/main" id="{DA259352-4450-896B-BDE0-6750E3A4D876}"/>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377" name="Shape 377">
            <a:extLst>
              <a:ext uri="{FF2B5EF4-FFF2-40B4-BE49-F238E27FC236}">
                <a16:creationId xmlns:a16="http://schemas.microsoft.com/office/drawing/2014/main" id="{60280AF3-D812-10C9-2F51-9ED9F9EC6CB4}"/>
              </a:ext>
            </a:extLst>
          </p:cNvPr>
          <p:cNvSpPr>
            <a:spLocks noGrp="1"/>
          </p:cNvSpPr>
          <p:nvPr>
            <p:ph type="body" sz="quarter" idx="1"/>
          </p:nvPr>
        </p:nvSpPr>
        <p:spPr>
          <a:prstGeom prst="rect">
            <a:avLst/>
          </a:prstGeom>
        </p:spPr>
        <p:txBody>
          <a:bodyPr/>
          <a:lstStyle/>
          <a:p>
            <a:endParaRPr/>
          </a:p>
          <a:p>
            <a:pPr marL="140368" indent="-140368">
              <a:buSzPct val="100000"/>
              <a:buChar char="-"/>
            </a:pPr>
            <a:r>
              <a:t>Ideally we want to put all keywords in one huge batches that can be fed into a long context model like gemini-2.5-pro. However there are two issues</a:t>
            </a:r>
          </a:p>
          <a:p>
            <a:pPr marL="521368" lvl="1" indent="-140368">
              <a:buSzPct val="100000"/>
              <a:buChar char="-"/>
            </a:pPr>
            <a:r>
              <a:t>Even 1 mil context window is insufficient given the that we have generated around 200k keywords (along with their descriptions)</a:t>
            </a:r>
          </a:p>
          <a:p>
            <a:pPr marL="521368" lvl="1" indent="-140368">
              <a:buSzPct val="100000"/>
              <a:buChar char="-"/>
            </a:pPr>
            <a:r>
              <a:t>It is very difficult to do quality control as we will see in next slide</a:t>
            </a:r>
          </a:p>
          <a:p>
            <a:pPr marL="140368" indent="-140368">
              <a:buSzPct val="100000"/>
              <a:buChar char="-"/>
            </a:pPr>
            <a:r>
              <a:t>We use </a:t>
            </a:r>
            <a:r>
              <a:rPr err="1"/>
              <a:t>json</a:t>
            </a:r>
            <a:r>
              <a:t> schema to enforce LLM to reference back to input keywords. This is akin to the recall metrics, and it is our primary matric. </a:t>
            </a:r>
          </a:p>
          <a:p>
            <a:pPr marL="521368" lvl="1" indent="-140368">
              <a:buSzPct val="100000"/>
              <a:buChar char="-"/>
            </a:pPr>
            <a:r>
              <a:t>We also measured keyword precision (aka the how much does model hallucinate keywords), but In practice it is quite minimal</a:t>
            </a:r>
          </a:p>
          <a:p>
            <a:pPr marL="140368" indent="-140368">
              <a:buSzPct val="100000"/>
              <a:buChar char="-"/>
            </a:pPr>
            <a:r>
              <a:t>Therefore, we are taking batches of 50 keywords to create category</a:t>
            </a:r>
          </a:p>
          <a:p>
            <a:pPr marL="521368" lvl="1" indent="-140368">
              <a:buSzPct val="100000"/>
              <a:buChar char="-"/>
            </a:pPr>
            <a:r>
              <a:t>With this setting the output category is able to correctly cover around 90% of the input keywords</a:t>
            </a:r>
          </a:p>
        </p:txBody>
      </p:sp>
    </p:spTree>
    <p:extLst>
      <p:ext uri="{BB962C8B-B14F-4D97-AF65-F5344CB8AC3E}">
        <p14:creationId xmlns:p14="http://schemas.microsoft.com/office/powerpoint/2010/main" val="26903929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Shape 384"/>
          <p:cNvSpPr>
            <a:spLocks noGrp="1" noRot="1" noChangeAspect="1"/>
          </p:cNvSpPr>
          <p:nvPr>
            <p:ph type="sldImg"/>
          </p:nvPr>
        </p:nvSpPr>
        <p:spPr>
          <a:xfrm>
            <a:off x="381000" y="685800"/>
            <a:ext cx="6096000" cy="3429000"/>
          </a:xfrm>
          <a:prstGeom prst="rect">
            <a:avLst/>
          </a:prstGeom>
        </p:spPr>
        <p:txBody>
          <a:bodyPr/>
          <a:lstStyle/>
          <a:p>
            <a:endParaRPr/>
          </a:p>
        </p:txBody>
      </p:sp>
      <p:sp>
        <p:nvSpPr>
          <p:cNvPr id="385" name="Shape 385"/>
          <p:cNvSpPr>
            <a:spLocks noGrp="1"/>
          </p:cNvSpPr>
          <p:nvPr>
            <p:ph type="body" sz="quarter" idx="1"/>
          </p:nvPr>
        </p:nvSpPr>
        <p:spPr>
          <a:prstGeom prst="rect">
            <a:avLst/>
          </a:prstGeom>
        </p:spPr>
        <p:txBody>
          <a:bodyPr/>
          <a:lstStyle/>
          <a:p>
            <a:r>
              <a:t>However, the problem is our are still gonna to have duplicated keywords proposals across batches. In next step, we attempt to further generalise these categories using a merge routine.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Shape 400"/>
          <p:cNvSpPr>
            <a:spLocks noGrp="1" noRot="1" noChangeAspect="1"/>
          </p:cNvSpPr>
          <p:nvPr>
            <p:ph type="sldImg"/>
          </p:nvPr>
        </p:nvSpPr>
        <p:spPr>
          <a:xfrm>
            <a:off x="381000" y="685800"/>
            <a:ext cx="6096000" cy="3429000"/>
          </a:xfrm>
          <a:prstGeom prst="rect">
            <a:avLst/>
          </a:prstGeom>
        </p:spPr>
        <p:txBody>
          <a:bodyPr/>
          <a:lstStyle/>
          <a:p>
            <a:endParaRPr/>
          </a:p>
        </p:txBody>
      </p:sp>
      <p:sp>
        <p:nvSpPr>
          <p:cNvPr id="401" name="Shape 401"/>
          <p:cNvSpPr>
            <a:spLocks noGrp="1"/>
          </p:cNvSpPr>
          <p:nvPr>
            <p:ph type="body" sz="quarter" idx="1"/>
          </p:nvPr>
        </p:nvSpPr>
        <p:spPr>
          <a:prstGeom prst="rect">
            <a:avLst/>
          </a:prstGeom>
        </p:spPr>
        <p:txBody>
          <a:bodyPr/>
          <a:lstStyle/>
          <a:p>
            <a:r>
              <a:t>Instead of randomly sampling batches. We decide to instead bias towards semantically similar categories proposals. We first run a deduplication workflow to get rid of categories with the same name. We then use minim to embed each proposal into a dense vector, and run a clustering algorithm on it with the constraint on roughly how many samples should belong to each cluster. </a:t>
            </a:r>
          </a:p>
          <a:p>
            <a:endParaRPr/>
          </a:p>
          <a:p>
            <a:r>
              <a:t>This way each batch should only contain similar proposals, this approach have 2 benefits</a:t>
            </a:r>
          </a:p>
          <a:p>
            <a:pPr marL="140368" indent="-140368">
              <a:buSzPct val="100000"/>
              <a:buChar char="-"/>
            </a:pPr>
            <a:r>
              <a:t>it majorly address the problem of intra-batch </a:t>
            </a:r>
            <a:r>
              <a:rPr err="1"/>
              <a:t>generalism</a:t>
            </a:r>
            <a:r>
              <a:t>, which generates precise output categories. </a:t>
            </a:r>
          </a:p>
          <a:p>
            <a:pPr marL="140368" indent="-140368">
              <a:buSzPct val="100000"/>
              <a:buChar char="-"/>
            </a:pPr>
            <a:r>
              <a:t>It helps with reducing inter-batch similarity</a:t>
            </a:r>
          </a:p>
          <a:p>
            <a:endParaRPr/>
          </a:p>
          <a:p>
            <a:r>
              <a:t>Note that this approach does not fully address the problem of similar batches, and it also introduce a couple more hyper parameters.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Shape 392"/>
          <p:cNvSpPr>
            <a:spLocks noGrp="1" noRot="1" noChangeAspect="1"/>
          </p:cNvSpPr>
          <p:nvPr>
            <p:ph type="sldImg"/>
          </p:nvPr>
        </p:nvSpPr>
        <p:spPr>
          <a:xfrm>
            <a:off x="381000" y="685800"/>
            <a:ext cx="6096000" cy="3429000"/>
          </a:xfrm>
          <a:prstGeom prst="rect">
            <a:avLst/>
          </a:prstGeom>
        </p:spPr>
        <p:txBody>
          <a:bodyPr/>
          <a:lstStyle/>
          <a:p>
            <a:endParaRPr/>
          </a:p>
        </p:txBody>
      </p:sp>
      <p:sp>
        <p:nvSpPr>
          <p:cNvPr id="393" name="Shape 393"/>
          <p:cNvSpPr>
            <a:spLocks noGrp="1"/>
          </p:cNvSpPr>
          <p:nvPr>
            <p:ph type="body" sz="quarter" idx="1"/>
          </p:nvPr>
        </p:nvSpPr>
        <p:spPr>
          <a:prstGeom prst="rect">
            <a:avLst/>
          </a:prstGeom>
        </p:spPr>
        <p:txBody>
          <a:bodyPr/>
          <a:lstStyle/>
          <a:p>
            <a:r>
              <a:t>We can actually just treat our category proposals as keywords, and use a very similar prompts to further </a:t>
            </a:r>
            <a:r>
              <a:rPr err="1"/>
              <a:t>abstractlise</a:t>
            </a:r>
            <a:r>
              <a:t> the categories. However, There are a few problems. And similarly we can use keywords converge as the metric for quality control</a:t>
            </a:r>
          </a:p>
          <a:p>
            <a:pPr marL="140368" indent="-140368">
              <a:buSzPct val="100000"/>
              <a:buChar char="-"/>
            </a:pPr>
            <a:r>
              <a:t>As the batch size increase, the catastrophic forgetting of source categories increase (this is even more severe than keywords </a:t>
            </a:r>
            <a:r>
              <a:rPr err="1"/>
              <a:t>categorisation</a:t>
            </a:r>
            <a:r>
              <a:t> as now we have a category object siting between input and output)</a:t>
            </a:r>
          </a:p>
          <a:p>
            <a:pPr marL="140368" indent="-140368">
              <a:buSzPct val="100000"/>
              <a:buChar char="-"/>
            </a:pPr>
            <a:r>
              <a:t>The natural compression rate is pretty bad (around 25%)</a:t>
            </a:r>
          </a:p>
          <a:p>
            <a:pPr marL="140368" indent="-140368">
              <a:buSzPct val="100000"/>
              <a:buChar char="-"/>
            </a:pPr>
            <a:r>
              <a:t>If we force compression rate by specifying how many categories should be outputted for each batch, it either does not follow such specification or just encounter catastrophic forgetting</a:t>
            </a:r>
          </a:p>
          <a:p>
            <a:pPr marL="140368" indent="-140368">
              <a:buSzPct val="100000"/>
              <a:buChar char="-"/>
            </a:pPr>
            <a:r>
              <a:t>If we run multiple iterations of this it will generate generalist categories instead of the specific ones that are useful for tech landscaping</a:t>
            </a:r>
          </a:p>
          <a:p>
            <a:endParaRPr/>
          </a:p>
          <a:p>
            <a:r>
              <a:t>In summary, the problem with random sampled batch is that if we choose a large batch, it will likely output generalist categories. And if we choose small batch, it requires too many iterations which again leads to generalist categories</a:t>
            </a:r>
          </a:p>
          <a:p>
            <a:r>
              <a:t>So what can we do to fix it?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 name="Shape 418"/>
          <p:cNvSpPr>
            <a:spLocks noGrp="1" noRot="1" noChangeAspect="1"/>
          </p:cNvSpPr>
          <p:nvPr>
            <p:ph type="sldImg"/>
          </p:nvPr>
        </p:nvSpPr>
        <p:spPr>
          <a:xfrm>
            <a:off x="381000" y="685800"/>
            <a:ext cx="6096000" cy="3429000"/>
          </a:xfrm>
          <a:prstGeom prst="rect">
            <a:avLst/>
          </a:prstGeom>
        </p:spPr>
        <p:txBody>
          <a:bodyPr/>
          <a:lstStyle/>
          <a:p>
            <a:endParaRPr/>
          </a:p>
        </p:txBody>
      </p:sp>
      <p:sp>
        <p:nvSpPr>
          <p:cNvPr id="419" name="Shape 419"/>
          <p:cNvSpPr>
            <a:spLocks noGrp="1"/>
          </p:cNvSpPr>
          <p:nvPr>
            <p:ph type="body" sz="quarter" idx="1"/>
          </p:nvPr>
        </p:nvSpPr>
        <p:spPr>
          <a:prstGeom prst="rect">
            <a:avLst/>
          </a:prstGeom>
        </p:spPr>
        <p:txBody>
          <a:bodyPr/>
          <a:lstStyle/>
          <a:p>
            <a:pPr marL="140368" indent="-140368">
              <a:buSzPct val="100000"/>
              <a:buChar char="-"/>
            </a:pPr>
            <a:r>
              <a:t>The quality control for </a:t>
            </a:r>
            <a:r>
              <a:rPr err="1"/>
              <a:t>categorisation</a:t>
            </a:r>
            <a:r>
              <a:t> process is still somewhat shaky. It might be useful to implement a QA process similar to how keywords proposals are reviewed. </a:t>
            </a:r>
          </a:p>
          <a:p>
            <a:pPr marL="140368" indent="-140368">
              <a:buSzPct val="100000"/>
              <a:buChar char="-"/>
            </a:pPr>
            <a:r>
              <a:t>It is possible to put merge and classify processes into a loop. So we can look at the results of the classification, if there are too many grants belongs to multiple categories, that might indicate our taxonomy is too coarse</a:t>
            </a:r>
          </a:p>
          <a:p>
            <a:pPr marL="140368" indent="-140368">
              <a:buSzPct val="100000"/>
              <a:buChar char="-"/>
            </a:pPr>
            <a:r>
              <a:t>Most of hyper parameter choices like batch size and clustering parameters are eyeballed with very limited samples, a further hyper parameter tuning would be good.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6.jpeg"/><Relationship Id="rId4" Type="http://schemas.openxmlformats.org/officeDocument/2006/relationships/image" Target="../media/image5.jpe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7.jpe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Large logo only">
    <p:spTree>
      <p:nvGrpSpPr>
        <p:cNvPr id="1" name=""/>
        <p:cNvGrpSpPr/>
        <p:nvPr/>
      </p:nvGrpSpPr>
      <p:grpSpPr>
        <a:xfrm>
          <a:off x="0" y="0"/>
          <a:ext cx="0" cy="0"/>
          <a:chOff x="0" y="0"/>
          <a:chExt cx="0" cy="0"/>
        </a:xfrm>
      </p:grpSpPr>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Small logo only">
    <p:spTree>
      <p:nvGrpSpPr>
        <p:cNvPr id="1" name=""/>
        <p:cNvGrpSpPr/>
        <p:nvPr/>
      </p:nvGrpSpPr>
      <p:grpSpPr>
        <a:xfrm>
          <a:off x="0" y="0"/>
          <a:ext cx="0" cy="0"/>
          <a:chOff x="0" y="0"/>
          <a:chExt cx="0" cy="0"/>
        </a:xfrm>
      </p:grpSpPr>
      <p:pic>
        <p:nvPicPr>
          <p:cNvPr id="20" name="Picture 6" descr="Picture 6"/>
          <p:cNvPicPr>
            <a:picLocks noChangeAspect="1"/>
          </p:cNvPicPr>
          <p:nvPr/>
        </p:nvPicPr>
        <p:blipFill>
          <a:blip r:embed="rId2"/>
          <a:stretch>
            <a:fillRect/>
          </a:stretch>
        </p:blipFill>
        <p:spPr>
          <a:xfrm>
            <a:off x="10886515" y="6104792"/>
            <a:ext cx="989747" cy="480319"/>
          </a:xfrm>
          <a:prstGeom prst="rect">
            <a:avLst/>
          </a:prstGeom>
          <a:ln w="12700">
            <a:miter lim="400000"/>
          </a:ln>
        </p:spPr>
      </p:pic>
      <p:pic>
        <p:nvPicPr>
          <p:cNvPr id="21" name="Picture 2" descr="Picture 2"/>
          <p:cNvPicPr>
            <a:picLocks noChangeAspect="1"/>
          </p:cNvPicPr>
          <p:nvPr/>
        </p:nvPicPr>
        <p:blipFill>
          <a:blip r:embed="rId2"/>
          <a:stretch>
            <a:fillRect/>
          </a:stretch>
        </p:blipFill>
        <p:spPr>
          <a:xfrm>
            <a:off x="10886515" y="6104792"/>
            <a:ext cx="989747" cy="480319"/>
          </a:xfrm>
          <a:prstGeom prst="rect">
            <a:avLst/>
          </a:prstGeom>
          <a:ln w="12700">
            <a:miter lim="400000"/>
          </a:ln>
        </p:spPr>
      </p:pic>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itle Slide no image">
    <p:spTree>
      <p:nvGrpSpPr>
        <p:cNvPr id="1" name=""/>
        <p:cNvGrpSpPr/>
        <p:nvPr/>
      </p:nvGrpSpPr>
      <p:grpSpPr>
        <a:xfrm>
          <a:off x="0" y="0"/>
          <a:ext cx="0" cy="0"/>
          <a:chOff x="0" y="0"/>
          <a:chExt cx="0" cy="0"/>
        </a:xfrm>
      </p:grpSpPr>
      <p:sp>
        <p:nvSpPr>
          <p:cNvPr id="29" name="Click to edit title"/>
          <p:cNvSpPr txBox="1">
            <a:spLocks noGrp="1"/>
          </p:cNvSpPr>
          <p:nvPr>
            <p:ph type="title" hasCustomPrompt="1"/>
          </p:nvPr>
        </p:nvSpPr>
        <p:spPr>
          <a:xfrm>
            <a:off x="718928" y="2445780"/>
            <a:ext cx="7152863" cy="865623"/>
          </a:xfrm>
          <a:prstGeom prst="rect">
            <a:avLst/>
          </a:prstGeom>
        </p:spPr>
        <p:txBody>
          <a:bodyPr anchor="t">
            <a:normAutofit/>
          </a:bodyPr>
          <a:lstStyle>
            <a:lvl1pPr>
              <a:lnSpc>
                <a:spcPts val="6600"/>
              </a:lnSpc>
              <a:defRPr sz="5400"/>
            </a:lvl1pPr>
          </a:lstStyle>
          <a:p>
            <a:r>
              <a:t>Click to edit title</a:t>
            </a:r>
          </a:p>
        </p:txBody>
      </p:sp>
      <p:sp>
        <p:nvSpPr>
          <p:cNvPr id="30" name="Body Level One…"/>
          <p:cNvSpPr txBox="1">
            <a:spLocks noGrp="1"/>
          </p:cNvSpPr>
          <p:nvPr>
            <p:ph type="body" sz="quarter" idx="1" hasCustomPrompt="1"/>
          </p:nvPr>
        </p:nvSpPr>
        <p:spPr>
          <a:xfrm>
            <a:off x="718928" y="3382498"/>
            <a:ext cx="7152863" cy="432812"/>
          </a:xfrm>
          <a:prstGeom prst="rect">
            <a:avLst/>
          </a:prstGeom>
        </p:spPr>
        <p:txBody>
          <a:bodyPr>
            <a:normAutofit/>
          </a:bodyPr>
          <a:lstStyle>
            <a:lvl1pPr marL="0" indent="0">
              <a:lnSpc>
                <a:spcPts val="2800"/>
              </a:lnSpc>
              <a:buSzTx/>
              <a:buFontTx/>
              <a:buNone/>
              <a:defRPr sz="2400">
                <a:latin typeface="Barlow Light"/>
                <a:ea typeface="Barlow Light"/>
                <a:cs typeface="Barlow Light"/>
                <a:sym typeface="Barlow Light"/>
              </a:defRPr>
            </a:lvl1pPr>
            <a:lvl2pPr marL="0" indent="457189">
              <a:lnSpc>
                <a:spcPts val="2800"/>
              </a:lnSpc>
              <a:buSzTx/>
              <a:buFontTx/>
              <a:buNone/>
              <a:defRPr sz="2400">
                <a:latin typeface="Barlow Light"/>
                <a:ea typeface="Barlow Light"/>
                <a:cs typeface="Barlow Light"/>
                <a:sym typeface="Barlow Light"/>
              </a:defRPr>
            </a:lvl2pPr>
            <a:lvl3pPr marL="0" indent="914377">
              <a:lnSpc>
                <a:spcPts val="2800"/>
              </a:lnSpc>
              <a:buSzTx/>
              <a:buFontTx/>
              <a:buNone/>
              <a:defRPr sz="2400">
                <a:latin typeface="Barlow Light"/>
                <a:ea typeface="Barlow Light"/>
                <a:cs typeface="Barlow Light"/>
                <a:sym typeface="Barlow Light"/>
              </a:defRPr>
            </a:lvl3pPr>
            <a:lvl4pPr marL="0" indent="1371565">
              <a:lnSpc>
                <a:spcPts val="2800"/>
              </a:lnSpc>
              <a:buSzTx/>
              <a:buFontTx/>
              <a:buNone/>
              <a:defRPr sz="2400">
                <a:latin typeface="Barlow Light"/>
                <a:ea typeface="Barlow Light"/>
                <a:cs typeface="Barlow Light"/>
                <a:sym typeface="Barlow Light"/>
              </a:defRPr>
            </a:lvl4pPr>
            <a:lvl5pPr marL="0" indent="1828754">
              <a:lnSpc>
                <a:spcPts val="2800"/>
              </a:lnSpc>
              <a:buSzTx/>
              <a:buFontTx/>
              <a:buNone/>
              <a:defRPr sz="2400">
                <a:latin typeface="Barlow Light"/>
                <a:ea typeface="Barlow Light"/>
                <a:cs typeface="Barlow Light"/>
                <a:sym typeface="Barlow Light"/>
              </a:defRPr>
            </a:lvl5pPr>
          </a:lstStyle>
          <a:p>
            <a:r>
              <a:t>Click to edit subtitle</a:t>
            </a:r>
          </a:p>
          <a:p>
            <a:pPr lvl="1"/>
            <a:endParaRPr/>
          </a:p>
          <a:p>
            <a:pPr lvl="2"/>
            <a:endParaRPr/>
          </a:p>
          <a:p>
            <a:pPr lvl="3"/>
            <a:endParaRPr/>
          </a:p>
          <a:p>
            <a:pPr lvl="4"/>
            <a:endParaRPr/>
          </a:p>
        </p:txBody>
      </p:sp>
      <p:sp>
        <p:nvSpPr>
          <p:cNvPr id="31" name="Text Placeholder 3"/>
          <p:cNvSpPr>
            <a:spLocks noGrp="1"/>
          </p:cNvSpPr>
          <p:nvPr>
            <p:ph type="body" sz="quarter" idx="21" hasCustomPrompt="1"/>
          </p:nvPr>
        </p:nvSpPr>
        <p:spPr>
          <a:xfrm>
            <a:off x="718928" y="4114377"/>
            <a:ext cx="3497817" cy="284579"/>
          </a:xfrm>
          <a:prstGeom prst="rect">
            <a:avLst/>
          </a:prstGeom>
        </p:spPr>
        <p:txBody>
          <a:bodyPr>
            <a:normAutofit/>
          </a:bodyPr>
          <a:lstStyle>
            <a:lvl1pPr marL="0" indent="0" defTabSz="804672">
              <a:spcBef>
                <a:spcPts val="800"/>
              </a:spcBef>
              <a:buSzTx/>
              <a:buFontTx/>
              <a:buNone/>
              <a:defRPr sz="1232" b="1">
                <a:latin typeface="Barlow SemiBold"/>
                <a:ea typeface="Barlow SemiBold"/>
                <a:cs typeface="Barlow SemiBold"/>
                <a:sym typeface="Barlow SemiBold"/>
              </a:defRPr>
            </a:lvl1pPr>
          </a:lstStyle>
          <a:p>
            <a:r>
              <a:t>Presented by Name Lastname</a:t>
            </a:r>
          </a:p>
        </p:txBody>
      </p:sp>
      <p:sp>
        <p:nvSpPr>
          <p:cNvPr id="32" name="Text Placeholder 3"/>
          <p:cNvSpPr>
            <a:spLocks noGrp="1"/>
          </p:cNvSpPr>
          <p:nvPr>
            <p:ph type="body" sz="quarter" idx="22" hasCustomPrompt="1"/>
          </p:nvPr>
        </p:nvSpPr>
        <p:spPr>
          <a:xfrm>
            <a:off x="718928" y="4442369"/>
            <a:ext cx="3497817" cy="284579"/>
          </a:xfrm>
          <a:prstGeom prst="rect">
            <a:avLst/>
          </a:prstGeom>
        </p:spPr>
        <p:txBody>
          <a:bodyPr>
            <a:normAutofit/>
          </a:bodyPr>
          <a:lstStyle>
            <a:lvl1pPr marL="0" indent="0" defTabSz="804672">
              <a:spcBef>
                <a:spcPts val="800"/>
              </a:spcBef>
              <a:buSzTx/>
              <a:buFontTx/>
              <a:buNone/>
              <a:defRPr sz="1232">
                <a:latin typeface="Barlow Light"/>
                <a:ea typeface="Barlow Light"/>
                <a:cs typeface="Barlow Light"/>
                <a:sym typeface="Barlow Light"/>
              </a:defRPr>
            </a:lvl1pPr>
          </a:lstStyle>
          <a:p>
            <a:r>
              <a:t>Day 00 Month, 2021</a:t>
            </a:r>
          </a:p>
        </p:txBody>
      </p:sp>
      <p:pic>
        <p:nvPicPr>
          <p:cNvPr id="33" name="Picture 6" descr="Picture 6"/>
          <p:cNvPicPr>
            <a:picLocks noChangeAspect="1"/>
          </p:cNvPicPr>
          <p:nvPr/>
        </p:nvPicPr>
        <p:blipFill>
          <a:blip r:embed="rId2"/>
          <a:srcRect l="52909" t="68124" r="2" b="10595"/>
          <a:stretch>
            <a:fillRect/>
          </a:stretch>
        </p:blipFill>
        <p:spPr>
          <a:xfrm>
            <a:off x="8102009" y="3233853"/>
            <a:ext cx="3662392" cy="3300760"/>
          </a:xfrm>
          <a:prstGeom prst="rect">
            <a:avLst/>
          </a:prstGeom>
          <a:ln w="12700">
            <a:miter lim="400000"/>
          </a:ln>
        </p:spPr>
      </p:pic>
      <p:pic>
        <p:nvPicPr>
          <p:cNvPr id="34" name="Picture 7" descr="Picture 7"/>
          <p:cNvPicPr>
            <a:picLocks noChangeAspect="1"/>
          </p:cNvPicPr>
          <p:nvPr/>
        </p:nvPicPr>
        <p:blipFill>
          <a:blip r:embed="rId3"/>
          <a:stretch>
            <a:fillRect/>
          </a:stretch>
        </p:blipFill>
        <p:spPr>
          <a:xfrm>
            <a:off x="9984685" y="422097"/>
            <a:ext cx="1762622" cy="855391"/>
          </a:xfrm>
          <a:prstGeom prst="rect">
            <a:avLst/>
          </a:prstGeom>
          <a:ln w="12700">
            <a:miter lim="400000"/>
          </a:ln>
        </p:spPr>
      </p:pic>
      <p:pic>
        <p:nvPicPr>
          <p:cNvPr id="35" name="Picture 9" descr="Picture 9"/>
          <p:cNvPicPr>
            <a:picLocks noChangeAspect="1"/>
          </p:cNvPicPr>
          <p:nvPr/>
        </p:nvPicPr>
        <p:blipFill>
          <a:blip r:embed="rId2"/>
          <a:srcRect l="3874" t="49360" r="52758" b="42026"/>
          <a:stretch>
            <a:fillRect/>
          </a:stretch>
        </p:blipFill>
        <p:spPr>
          <a:xfrm>
            <a:off x="271666" y="323388"/>
            <a:ext cx="3372989" cy="1336080"/>
          </a:xfrm>
          <a:prstGeom prst="rect">
            <a:avLst/>
          </a:prstGeom>
          <a:ln w="12700">
            <a:miter lim="400000"/>
          </a:ln>
        </p:spPr>
      </p:pic>
      <p:sp>
        <p:nvSpPr>
          <p:cNvPr id="3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1_Title slide with one image">
    <p:spTree>
      <p:nvGrpSpPr>
        <p:cNvPr id="1" name=""/>
        <p:cNvGrpSpPr/>
        <p:nvPr/>
      </p:nvGrpSpPr>
      <p:grpSpPr>
        <a:xfrm>
          <a:off x="0" y="0"/>
          <a:ext cx="0" cy="0"/>
          <a:chOff x="0" y="0"/>
          <a:chExt cx="0" cy="0"/>
        </a:xfrm>
      </p:grpSpPr>
      <p:pic>
        <p:nvPicPr>
          <p:cNvPr id="43" name="Picture 2" descr="Picture 2"/>
          <p:cNvPicPr>
            <a:picLocks noChangeAspect="1"/>
          </p:cNvPicPr>
          <p:nvPr/>
        </p:nvPicPr>
        <p:blipFill>
          <a:blip r:embed="rId2"/>
          <a:stretch>
            <a:fillRect/>
          </a:stretch>
        </p:blipFill>
        <p:spPr>
          <a:xfrm>
            <a:off x="489720" y="5565271"/>
            <a:ext cx="1814148" cy="880396"/>
          </a:xfrm>
          <a:prstGeom prst="rect">
            <a:avLst/>
          </a:prstGeom>
          <a:ln w="12700">
            <a:miter lim="400000"/>
          </a:ln>
        </p:spPr>
      </p:pic>
      <p:sp>
        <p:nvSpPr>
          <p:cNvPr id="44" name="Click to edit title"/>
          <p:cNvSpPr txBox="1">
            <a:spLocks noGrp="1"/>
          </p:cNvSpPr>
          <p:nvPr>
            <p:ph type="title" hasCustomPrompt="1"/>
          </p:nvPr>
        </p:nvSpPr>
        <p:spPr>
          <a:xfrm>
            <a:off x="430279" y="1869345"/>
            <a:ext cx="5618376" cy="865622"/>
          </a:xfrm>
          <a:prstGeom prst="rect">
            <a:avLst/>
          </a:prstGeom>
        </p:spPr>
        <p:txBody>
          <a:bodyPr anchor="t">
            <a:normAutofit/>
          </a:bodyPr>
          <a:lstStyle>
            <a:lvl1pPr>
              <a:lnSpc>
                <a:spcPts val="6600"/>
              </a:lnSpc>
              <a:defRPr sz="5400"/>
            </a:lvl1pPr>
          </a:lstStyle>
          <a:p>
            <a:r>
              <a:t>Click to edit title</a:t>
            </a:r>
          </a:p>
        </p:txBody>
      </p:sp>
      <p:sp>
        <p:nvSpPr>
          <p:cNvPr id="45" name="Body Level One…"/>
          <p:cNvSpPr txBox="1">
            <a:spLocks noGrp="1"/>
          </p:cNvSpPr>
          <p:nvPr>
            <p:ph type="body" sz="quarter" idx="1" hasCustomPrompt="1"/>
          </p:nvPr>
        </p:nvSpPr>
        <p:spPr>
          <a:xfrm>
            <a:off x="430279" y="2806063"/>
            <a:ext cx="5618376" cy="432812"/>
          </a:xfrm>
          <a:prstGeom prst="rect">
            <a:avLst/>
          </a:prstGeom>
        </p:spPr>
        <p:txBody>
          <a:bodyPr>
            <a:normAutofit/>
          </a:bodyPr>
          <a:lstStyle>
            <a:lvl1pPr marL="0" indent="0">
              <a:lnSpc>
                <a:spcPts val="2800"/>
              </a:lnSpc>
              <a:buSzTx/>
              <a:buFontTx/>
              <a:buNone/>
              <a:defRPr sz="2400">
                <a:latin typeface="Barlow Light"/>
                <a:ea typeface="Barlow Light"/>
                <a:cs typeface="Barlow Light"/>
                <a:sym typeface="Barlow Light"/>
              </a:defRPr>
            </a:lvl1pPr>
            <a:lvl2pPr marL="0" indent="457189">
              <a:lnSpc>
                <a:spcPts val="2800"/>
              </a:lnSpc>
              <a:buSzTx/>
              <a:buFontTx/>
              <a:buNone/>
              <a:defRPr sz="2400">
                <a:latin typeface="Barlow Light"/>
                <a:ea typeface="Barlow Light"/>
                <a:cs typeface="Barlow Light"/>
                <a:sym typeface="Barlow Light"/>
              </a:defRPr>
            </a:lvl2pPr>
            <a:lvl3pPr marL="0" indent="914377">
              <a:lnSpc>
                <a:spcPts val="2800"/>
              </a:lnSpc>
              <a:buSzTx/>
              <a:buFontTx/>
              <a:buNone/>
              <a:defRPr sz="2400">
                <a:latin typeface="Barlow Light"/>
                <a:ea typeface="Barlow Light"/>
                <a:cs typeface="Barlow Light"/>
                <a:sym typeface="Barlow Light"/>
              </a:defRPr>
            </a:lvl3pPr>
            <a:lvl4pPr marL="0" indent="1371565">
              <a:lnSpc>
                <a:spcPts val="2800"/>
              </a:lnSpc>
              <a:buSzTx/>
              <a:buFontTx/>
              <a:buNone/>
              <a:defRPr sz="2400">
                <a:latin typeface="Barlow Light"/>
                <a:ea typeface="Barlow Light"/>
                <a:cs typeface="Barlow Light"/>
                <a:sym typeface="Barlow Light"/>
              </a:defRPr>
            </a:lvl4pPr>
            <a:lvl5pPr marL="0" indent="1828754">
              <a:lnSpc>
                <a:spcPts val="2800"/>
              </a:lnSpc>
              <a:buSzTx/>
              <a:buFontTx/>
              <a:buNone/>
              <a:defRPr sz="2400">
                <a:latin typeface="Barlow Light"/>
                <a:ea typeface="Barlow Light"/>
                <a:cs typeface="Barlow Light"/>
                <a:sym typeface="Barlow Light"/>
              </a:defRPr>
            </a:lvl5pPr>
          </a:lstStyle>
          <a:p>
            <a:r>
              <a:t>Click to edit subtitle</a:t>
            </a:r>
          </a:p>
          <a:p>
            <a:pPr lvl="1"/>
            <a:endParaRPr/>
          </a:p>
          <a:p>
            <a:pPr lvl="2"/>
            <a:endParaRPr/>
          </a:p>
          <a:p>
            <a:pPr lvl="3"/>
            <a:endParaRPr/>
          </a:p>
          <a:p>
            <a:pPr lvl="4"/>
            <a:endParaRPr/>
          </a:p>
        </p:txBody>
      </p:sp>
      <p:sp>
        <p:nvSpPr>
          <p:cNvPr id="46" name="Text Placeholder 3"/>
          <p:cNvSpPr>
            <a:spLocks noGrp="1"/>
          </p:cNvSpPr>
          <p:nvPr>
            <p:ph type="body" sz="quarter" idx="21" hasCustomPrompt="1"/>
          </p:nvPr>
        </p:nvSpPr>
        <p:spPr>
          <a:xfrm>
            <a:off x="430279" y="3537942"/>
            <a:ext cx="3497817" cy="284579"/>
          </a:xfrm>
          <a:prstGeom prst="rect">
            <a:avLst/>
          </a:prstGeom>
        </p:spPr>
        <p:txBody>
          <a:bodyPr>
            <a:normAutofit/>
          </a:bodyPr>
          <a:lstStyle>
            <a:lvl1pPr marL="0" indent="0" defTabSz="804672">
              <a:spcBef>
                <a:spcPts val="800"/>
              </a:spcBef>
              <a:buSzTx/>
              <a:buFontTx/>
              <a:buNone/>
              <a:defRPr sz="1232" b="1">
                <a:latin typeface="Barlow SemiBold"/>
                <a:ea typeface="Barlow SemiBold"/>
                <a:cs typeface="Barlow SemiBold"/>
                <a:sym typeface="Barlow SemiBold"/>
              </a:defRPr>
            </a:lvl1pPr>
          </a:lstStyle>
          <a:p>
            <a:r>
              <a:t>Presented by Name Lastname</a:t>
            </a:r>
          </a:p>
        </p:txBody>
      </p:sp>
      <p:sp>
        <p:nvSpPr>
          <p:cNvPr id="47" name="Text Placeholder 3"/>
          <p:cNvSpPr>
            <a:spLocks noGrp="1"/>
          </p:cNvSpPr>
          <p:nvPr>
            <p:ph type="body" sz="quarter" idx="22" hasCustomPrompt="1"/>
          </p:nvPr>
        </p:nvSpPr>
        <p:spPr>
          <a:xfrm>
            <a:off x="430279" y="3865934"/>
            <a:ext cx="3497817" cy="284579"/>
          </a:xfrm>
          <a:prstGeom prst="rect">
            <a:avLst/>
          </a:prstGeom>
        </p:spPr>
        <p:txBody>
          <a:bodyPr>
            <a:normAutofit/>
          </a:bodyPr>
          <a:lstStyle>
            <a:lvl1pPr marL="0" indent="0" defTabSz="804672">
              <a:spcBef>
                <a:spcPts val="800"/>
              </a:spcBef>
              <a:buSzTx/>
              <a:buFontTx/>
              <a:buNone/>
              <a:defRPr sz="1232">
                <a:latin typeface="Barlow Light"/>
                <a:ea typeface="Barlow Light"/>
                <a:cs typeface="Barlow Light"/>
                <a:sym typeface="Barlow Light"/>
              </a:defRPr>
            </a:lvl1pPr>
          </a:lstStyle>
          <a:p>
            <a:r>
              <a:t>Day 00 Month, 2021</a:t>
            </a:r>
          </a:p>
        </p:txBody>
      </p:sp>
      <p:pic>
        <p:nvPicPr>
          <p:cNvPr id="48" name="Picture 8" descr="Picture 8"/>
          <p:cNvPicPr>
            <a:picLocks noChangeAspect="1"/>
          </p:cNvPicPr>
          <p:nvPr/>
        </p:nvPicPr>
        <p:blipFill>
          <a:blip r:embed="rId3"/>
          <a:srcRect t="49360" r="68851" b="45400"/>
          <a:stretch>
            <a:fillRect/>
          </a:stretch>
        </p:blipFill>
        <p:spPr>
          <a:xfrm>
            <a:off x="490216" y="323388"/>
            <a:ext cx="2422668" cy="812755"/>
          </a:xfrm>
          <a:prstGeom prst="rect">
            <a:avLst/>
          </a:prstGeom>
          <a:ln w="12700">
            <a:miter lim="400000"/>
          </a:ln>
        </p:spPr>
      </p:pic>
      <p:grpSp>
        <p:nvGrpSpPr>
          <p:cNvPr id="51" name="Group 16"/>
          <p:cNvGrpSpPr/>
          <p:nvPr/>
        </p:nvGrpSpPr>
        <p:grpSpPr>
          <a:xfrm>
            <a:off x="5557918" y="4760536"/>
            <a:ext cx="5552042" cy="1980507"/>
            <a:chOff x="0" y="0"/>
            <a:chExt cx="5552040" cy="1980506"/>
          </a:xfrm>
        </p:grpSpPr>
        <p:pic>
          <p:nvPicPr>
            <p:cNvPr id="49" name="Picture 7" descr="Picture 7"/>
            <p:cNvPicPr>
              <a:picLocks noChangeAspect="1"/>
            </p:cNvPicPr>
            <p:nvPr/>
          </p:nvPicPr>
          <p:blipFill>
            <a:blip r:embed="rId3"/>
            <a:srcRect l="32480" t="77968" b="9263"/>
            <a:stretch>
              <a:fillRect/>
            </a:stretch>
          </p:blipFill>
          <p:spPr>
            <a:xfrm>
              <a:off x="0" y="0"/>
              <a:ext cx="5251356" cy="1980507"/>
            </a:xfrm>
            <a:prstGeom prst="rect">
              <a:avLst/>
            </a:prstGeom>
            <a:ln w="12700" cap="flat">
              <a:noFill/>
              <a:miter lim="400000"/>
            </a:ln>
            <a:effectLst/>
          </p:spPr>
        </p:pic>
        <p:sp>
          <p:nvSpPr>
            <p:cNvPr id="50" name="Rectangle 15"/>
            <p:cNvSpPr/>
            <p:nvPr/>
          </p:nvSpPr>
          <p:spPr>
            <a:xfrm>
              <a:off x="1190352" y="76639"/>
              <a:ext cx="4361689" cy="996698"/>
            </a:xfrm>
            <a:prstGeom prst="rect">
              <a:avLst/>
            </a:prstGeom>
            <a:solidFill>
              <a:schemeClr val="accent6">
                <a:lumOff val="5098"/>
              </a:schemeClr>
            </a:solidFill>
            <a:ln w="12700" cap="flat">
              <a:noFill/>
              <a:miter lim="400000"/>
            </a:ln>
            <a:effectLst/>
          </p:spPr>
          <p:txBody>
            <a:bodyPr wrap="square" lIns="45719" tIns="45719" rIns="45719" bIns="45719" numCol="1" anchor="ctr">
              <a:noAutofit/>
            </a:bodyPr>
            <a:lstStyle/>
            <a:p>
              <a:pPr algn="ctr">
                <a:defRPr>
                  <a:solidFill>
                    <a:schemeClr val="accent6">
                      <a:lumOff val="5098"/>
                    </a:schemeClr>
                  </a:solidFill>
                </a:defRPr>
              </a:pPr>
              <a:endParaRPr/>
            </a:p>
          </p:txBody>
        </p:sp>
      </p:grpSp>
      <p:sp>
        <p:nvSpPr>
          <p:cNvPr id="52" name="Picture Placeholder 14"/>
          <p:cNvSpPr>
            <a:spLocks noGrp="1"/>
          </p:cNvSpPr>
          <p:nvPr>
            <p:ph type="pic" sz="half" idx="23"/>
          </p:nvPr>
        </p:nvSpPr>
        <p:spPr>
          <a:xfrm>
            <a:off x="6953174" y="404813"/>
            <a:ext cx="4833938" cy="5197476"/>
          </a:xfrm>
          <a:prstGeom prst="rect">
            <a:avLst/>
          </a:prstGeom>
        </p:spPr>
        <p:txBody>
          <a:bodyPr lIns="91439" rIns="91439"/>
          <a:lstStyle/>
          <a:p>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1_Title slide with two images">
    <p:spTree>
      <p:nvGrpSpPr>
        <p:cNvPr id="1" name=""/>
        <p:cNvGrpSpPr/>
        <p:nvPr/>
      </p:nvGrpSpPr>
      <p:grpSpPr>
        <a:xfrm>
          <a:off x="0" y="0"/>
          <a:ext cx="0" cy="0"/>
          <a:chOff x="0" y="0"/>
          <a:chExt cx="0" cy="0"/>
        </a:xfrm>
      </p:grpSpPr>
      <p:pic>
        <p:nvPicPr>
          <p:cNvPr id="60" name="Picture 2" descr="Picture 2"/>
          <p:cNvPicPr>
            <a:picLocks noChangeAspect="1"/>
          </p:cNvPicPr>
          <p:nvPr/>
        </p:nvPicPr>
        <p:blipFill>
          <a:blip r:embed="rId2"/>
          <a:stretch>
            <a:fillRect/>
          </a:stretch>
        </p:blipFill>
        <p:spPr>
          <a:xfrm>
            <a:off x="489720" y="5565271"/>
            <a:ext cx="1814148" cy="880396"/>
          </a:xfrm>
          <a:prstGeom prst="rect">
            <a:avLst/>
          </a:prstGeom>
          <a:ln w="12700">
            <a:miter lim="400000"/>
          </a:ln>
        </p:spPr>
      </p:pic>
      <p:sp>
        <p:nvSpPr>
          <p:cNvPr id="61" name="Click to edit title"/>
          <p:cNvSpPr txBox="1">
            <a:spLocks noGrp="1"/>
          </p:cNvSpPr>
          <p:nvPr>
            <p:ph type="title" hasCustomPrompt="1"/>
          </p:nvPr>
        </p:nvSpPr>
        <p:spPr>
          <a:xfrm>
            <a:off x="430279" y="1869345"/>
            <a:ext cx="6506098" cy="865622"/>
          </a:xfrm>
          <a:prstGeom prst="rect">
            <a:avLst/>
          </a:prstGeom>
        </p:spPr>
        <p:txBody>
          <a:bodyPr anchor="t">
            <a:normAutofit/>
          </a:bodyPr>
          <a:lstStyle>
            <a:lvl1pPr>
              <a:lnSpc>
                <a:spcPts val="6600"/>
              </a:lnSpc>
              <a:defRPr sz="5400"/>
            </a:lvl1pPr>
          </a:lstStyle>
          <a:p>
            <a:r>
              <a:t>Click to edit title</a:t>
            </a:r>
          </a:p>
        </p:txBody>
      </p:sp>
      <p:sp>
        <p:nvSpPr>
          <p:cNvPr id="62" name="Body Level One…"/>
          <p:cNvSpPr txBox="1">
            <a:spLocks noGrp="1"/>
          </p:cNvSpPr>
          <p:nvPr>
            <p:ph type="body" sz="quarter" idx="1" hasCustomPrompt="1"/>
          </p:nvPr>
        </p:nvSpPr>
        <p:spPr>
          <a:xfrm>
            <a:off x="430279" y="2806063"/>
            <a:ext cx="6506098" cy="432812"/>
          </a:xfrm>
          <a:prstGeom prst="rect">
            <a:avLst/>
          </a:prstGeom>
        </p:spPr>
        <p:txBody>
          <a:bodyPr>
            <a:normAutofit/>
          </a:bodyPr>
          <a:lstStyle>
            <a:lvl1pPr marL="0" indent="0">
              <a:lnSpc>
                <a:spcPts val="2800"/>
              </a:lnSpc>
              <a:buSzTx/>
              <a:buFontTx/>
              <a:buNone/>
              <a:defRPr sz="2400">
                <a:latin typeface="Barlow Light"/>
                <a:ea typeface="Barlow Light"/>
                <a:cs typeface="Barlow Light"/>
                <a:sym typeface="Barlow Light"/>
              </a:defRPr>
            </a:lvl1pPr>
            <a:lvl2pPr marL="0" indent="457189">
              <a:lnSpc>
                <a:spcPts val="2800"/>
              </a:lnSpc>
              <a:buSzTx/>
              <a:buFontTx/>
              <a:buNone/>
              <a:defRPr sz="2400">
                <a:latin typeface="Barlow Light"/>
                <a:ea typeface="Barlow Light"/>
                <a:cs typeface="Barlow Light"/>
                <a:sym typeface="Barlow Light"/>
              </a:defRPr>
            </a:lvl2pPr>
            <a:lvl3pPr marL="0" indent="914377">
              <a:lnSpc>
                <a:spcPts val="2800"/>
              </a:lnSpc>
              <a:buSzTx/>
              <a:buFontTx/>
              <a:buNone/>
              <a:defRPr sz="2400">
                <a:latin typeface="Barlow Light"/>
                <a:ea typeface="Barlow Light"/>
                <a:cs typeface="Barlow Light"/>
                <a:sym typeface="Barlow Light"/>
              </a:defRPr>
            </a:lvl3pPr>
            <a:lvl4pPr marL="0" indent="1371565">
              <a:lnSpc>
                <a:spcPts val="2800"/>
              </a:lnSpc>
              <a:buSzTx/>
              <a:buFontTx/>
              <a:buNone/>
              <a:defRPr sz="2400">
                <a:latin typeface="Barlow Light"/>
                <a:ea typeface="Barlow Light"/>
                <a:cs typeface="Barlow Light"/>
                <a:sym typeface="Barlow Light"/>
              </a:defRPr>
            </a:lvl4pPr>
            <a:lvl5pPr marL="0" indent="1828754">
              <a:lnSpc>
                <a:spcPts val="2800"/>
              </a:lnSpc>
              <a:buSzTx/>
              <a:buFontTx/>
              <a:buNone/>
              <a:defRPr sz="2400">
                <a:latin typeface="Barlow Light"/>
                <a:ea typeface="Barlow Light"/>
                <a:cs typeface="Barlow Light"/>
                <a:sym typeface="Barlow Light"/>
              </a:defRPr>
            </a:lvl5pPr>
          </a:lstStyle>
          <a:p>
            <a:r>
              <a:t>Click to edit subtitle</a:t>
            </a:r>
          </a:p>
          <a:p>
            <a:pPr lvl="1"/>
            <a:endParaRPr/>
          </a:p>
          <a:p>
            <a:pPr lvl="2"/>
            <a:endParaRPr/>
          </a:p>
          <a:p>
            <a:pPr lvl="3"/>
            <a:endParaRPr/>
          </a:p>
          <a:p>
            <a:pPr lvl="4"/>
            <a:endParaRPr/>
          </a:p>
        </p:txBody>
      </p:sp>
      <p:sp>
        <p:nvSpPr>
          <p:cNvPr id="63" name="Text Placeholder 3"/>
          <p:cNvSpPr>
            <a:spLocks noGrp="1"/>
          </p:cNvSpPr>
          <p:nvPr>
            <p:ph type="body" sz="quarter" idx="21" hasCustomPrompt="1"/>
          </p:nvPr>
        </p:nvSpPr>
        <p:spPr>
          <a:xfrm>
            <a:off x="430279" y="3537942"/>
            <a:ext cx="3497817" cy="284579"/>
          </a:xfrm>
          <a:prstGeom prst="rect">
            <a:avLst/>
          </a:prstGeom>
        </p:spPr>
        <p:txBody>
          <a:bodyPr>
            <a:normAutofit/>
          </a:bodyPr>
          <a:lstStyle>
            <a:lvl1pPr marL="0" indent="0" defTabSz="804672">
              <a:spcBef>
                <a:spcPts val="800"/>
              </a:spcBef>
              <a:buSzTx/>
              <a:buFontTx/>
              <a:buNone/>
              <a:defRPr sz="1232" b="1">
                <a:latin typeface="Barlow SemiBold"/>
                <a:ea typeface="Barlow SemiBold"/>
                <a:cs typeface="Barlow SemiBold"/>
                <a:sym typeface="Barlow SemiBold"/>
              </a:defRPr>
            </a:lvl1pPr>
          </a:lstStyle>
          <a:p>
            <a:r>
              <a:t>Presented by Name Lastname</a:t>
            </a:r>
          </a:p>
        </p:txBody>
      </p:sp>
      <p:sp>
        <p:nvSpPr>
          <p:cNvPr id="64" name="Text Placeholder 3"/>
          <p:cNvSpPr>
            <a:spLocks noGrp="1"/>
          </p:cNvSpPr>
          <p:nvPr>
            <p:ph type="body" sz="quarter" idx="22" hasCustomPrompt="1"/>
          </p:nvPr>
        </p:nvSpPr>
        <p:spPr>
          <a:xfrm>
            <a:off x="430279" y="3865934"/>
            <a:ext cx="3497817" cy="284579"/>
          </a:xfrm>
          <a:prstGeom prst="rect">
            <a:avLst/>
          </a:prstGeom>
        </p:spPr>
        <p:txBody>
          <a:bodyPr>
            <a:normAutofit/>
          </a:bodyPr>
          <a:lstStyle>
            <a:lvl1pPr marL="0" indent="0" defTabSz="804672">
              <a:spcBef>
                <a:spcPts val="800"/>
              </a:spcBef>
              <a:buSzTx/>
              <a:buFontTx/>
              <a:buNone/>
              <a:defRPr sz="1232">
                <a:latin typeface="Barlow Light"/>
                <a:ea typeface="Barlow Light"/>
                <a:cs typeface="Barlow Light"/>
                <a:sym typeface="Barlow Light"/>
              </a:defRPr>
            </a:lvl1pPr>
          </a:lstStyle>
          <a:p>
            <a:r>
              <a:t>Day 00 Month, 2021</a:t>
            </a:r>
          </a:p>
        </p:txBody>
      </p:sp>
      <p:pic>
        <p:nvPicPr>
          <p:cNvPr id="65" name="Picture 8" descr="Picture 8"/>
          <p:cNvPicPr>
            <a:picLocks noChangeAspect="1"/>
          </p:cNvPicPr>
          <p:nvPr/>
        </p:nvPicPr>
        <p:blipFill>
          <a:blip r:embed="rId3"/>
          <a:srcRect t="49360" r="68851" b="45400"/>
          <a:stretch>
            <a:fillRect/>
          </a:stretch>
        </p:blipFill>
        <p:spPr>
          <a:xfrm>
            <a:off x="490216" y="323388"/>
            <a:ext cx="2422668" cy="812755"/>
          </a:xfrm>
          <a:prstGeom prst="rect">
            <a:avLst/>
          </a:prstGeom>
          <a:ln w="12700">
            <a:miter lim="400000"/>
          </a:ln>
        </p:spPr>
      </p:pic>
      <p:pic>
        <p:nvPicPr>
          <p:cNvPr id="66" name="Picture 15" descr="Picture 15"/>
          <p:cNvPicPr>
            <a:picLocks noChangeAspect="1"/>
          </p:cNvPicPr>
          <p:nvPr/>
        </p:nvPicPr>
        <p:blipFill>
          <a:blip r:embed="rId3"/>
          <a:srcRect l="52634" t="78297" r="1" b="10594"/>
          <a:stretch>
            <a:fillRect/>
          </a:stretch>
        </p:blipFill>
        <p:spPr>
          <a:xfrm>
            <a:off x="8080512" y="4811775"/>
            <a:ext cx="3683889" cy="1722839"/>
          </a:xfrm>
          <a:prstGeom prst="rect">
            <a:avLst/>
          </a:prstGeom>
          <a:ln w="12700">
            <a:miter lim="400000"/>
          </a:ln>
        </p:spPr>
      </p:pic>
      <p:pic>
        <p:nvPicPr>
          <p:cNvPr id="67" name="Picture 10" descr="Picture 10"/>
          <p:cNvPicPr>
            <a:picLocks noChangeAspect="1"/>
          </p:cNvPicPr>
          <p:nvPr/>
        </p:nvPicPr>
        <p:blipFill>
          <a:blip r:embed="rId3"/>
          <a:srcRect l="37923" t="71919" r="51711" b="23057"/>
          <a:stretch>
            <a:fillRect/>
          </a:stretch>
        </p:blipFill>
        <p:spPr>
          <a:xfrm>
            <a:off x="6936377" y="3822520"/>
            <a:ext cx="806207" cy="779298"/>
          </a:xfrm>
          <a:prstGeom prst="rect">
            <a:avLst/>
          </a:prstGeom>
          <a:ln w="12700">
            <a:miter lim="400000"/>
          </a:ln>
        </p:spPr>
      </p:pic>
      <p:sp>
        <p:nvSpPr>
          <p:cNvPr id="68" name="Picture Placeholder 7"/>
          <p:cNvSpPr>
            <a:spLocks noGrp="1"/>
          </p:cNvSpPr>
          <p:nvPr>
            <p:ph type="pic" sz="half" idx="23"/>
          </p:nvPr>
        </p:nvSpPr>
        <p:spPr>
          <a:xfrm>
            <a:off x="7875588" y="452437"/>
            <a:ext cx="4316413" cy="4270376"/>
          </a:xfrm>
          <a:prstGeom prst="rect">
            <a:avLst/>
          </a:prstGeom>
        </p:spPr>
        <p:txBody>
          <a:bodyPr lIns="91439" rIns="91439"/>
          <a:lstStyle/>
          <a:p>
            <a:endParaRPr/>
          </a:p>
        </p:txBody>
      </p:sp>
      <p:sp>
        <p:nvSpPr>
          <p:cNvPr id="69" name="Picture Placeholder 21"/>
          <p:cNvSpPr>
            <a:spLocks noGrp="1"/>
          </p:cNvSpPr>
          <p:nvPr>
            <p:ph type="pic" sz="quarter" idx="24"/>
          </p:nvPr>
        </p:nvSpPr>
        <p:spPr>
          <a:xfrm>
            <a:off x="5722937" y="4722812"/>
            <a:ext cx="2152651" cy="1722438"/>
          </a:xfrm>
          <a:prstGeom prst="rect">
            <a:avLst/>
          </a:prstGeom>
        </p:spPr>
        <p:txBody>
          <a:bodyPr lIns="91439" rIns="91439"/>
          <a:lstStyle/>
          <a:p>
            <a:endParaRPr/>
          </a:p>
        </p:txBody>
      </p:sp>
      <p:sp>
        <p:nvSpPr>
          <p:cNvPr id="7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Section title slide">
    <p:spTree>
      <p:nvGrpSpPr>
        <p:cNvPr id="1" name=""/>
        <p:cNvGrpSpPr/>
        <p:nvPr/>
      </p:nvGrpSpPr>
      <p:grpSpPr>
        <a:xfrm>
          <a:off x="0" y="0"/>
          <a:ext cx="0" cy="0"/>
          <a:chOff x="0" y="0"/>
          <a:chExt cx="0" cy="0"/>
        </a:xfrm>
      </p:grpSpPr>
      <p:pic>
        <p:nvPicPr>
          <p:cNvPr id="90" name="Picture 2" descr="Picture 2"/>
          <p:cNvPicPr>
            <a:picLocks noChangeAspect="1"/>
          </p:cNvPicPr>
          <p:nvPr/>
        </p:nvPicPr>
        <p:blipFill>
          <a:blip r:embed="rId2"/>
          <a:stretch>
            <a:fillRect/>
          </a:stretch>
        </p:blipFill>
        <p:spPr>
          <a:xfrm>
            <a:off x="489720" y="5565271"/>
            <a:ext cx="1814148" cy="880396"/>
          </a:xfrm>
          <a:prstGeom prst="rect">
            <a:avLst/>
          </a:prstGeom>
          <a:ln w="12700">
            <a:miter lim="400000"/>
          </a:ln>
        </p:spPr>
      </p:pic>
      <p:sp>
        <p:nvSpPr>
          <p:cNvPr id="91" name="Click to edit section title"/>
          <p:cNvSpPr txBox="1">
            <a:spLocks noGrp="1"/>
          </p:cNvSpPr>
          <p:nvPr>
            <p:ph type="title" hasCustomPrompt="1"/>
          </p:nvPr>
        </p:nvSpPr>
        <p:spPr>
          <a:xfrm>
            <a:off x="430279" y="1869344"/>
            <a:ext cx="5413930" cy="1781258"/>
          </a:xfrm>
          <a:prstGeom prst="rect">
            <a:avLst/>
          </a:prstGeom>
        </p:spPr>
        <p:txBody>
          <a:bodyPr anchor="t">
            <a:normAutofit/>
          </a:bodyPr>
          <a:lstStyle>
            <a:lvl1pPr>
              <a:lnSpc>
                <a:spcPct val="100000"/>
              </a:lnSpc>
              <a:defRPr sz="5400"/>
            </a:lvl1pPr>
          </a:lstStyle>
          <a:p>
            <a:r>
              <a:t>Click to edit section title</a:t>
            </a:r>
          </a:p>
        </p:txBody>
      </p:sp>
      <p:pic>
        <p:nvPicPr>
          <p:cNvPr id="92" name="Picture 8" descr="Picture 8"/>
          <p:cNvPicPr>
            <a:picLocks noChangeAspect="1"/>
          </p:cNvPicPr>
          <p:nvPr/>
        </p:nvPicPr>
        <p:blipFill>
          <a:blip r:embed="rId3"/>
          <a:srcRect l="52909" t="68124" r="2" b="12203"/>
          <a:stretch>
            <a:fillRect/>
          </a:stretch>
        </p:blipFill>
        <p:spPr>
          <a:xfrm>
            <a:off x="8102009" y="3233853"/>
            <a:ext cx="3662392" cy="3051200"/>
          </a:xfrm>
          <a:prstGeom prst="rect">
            <a:avLst/>
          </a:prstGeom>
          <a:ln w="12700">
            <a:miter lim="400000"/>
          </a:ln>
        </p:spPr>
      </p:pic>
      <p:pic>
        <p:nvPicPr>
          <p:cNvPr id="93" name="Picture 9" descr="Picture 9"/>
          <p:cNvPicPr>
            <a:picLocks noChangeAspect="1"/>
          </p:cNvPicPr>
          <p:nvPr/>
        </p:nvPicPr>
        <p:blipFill>
          <a:blip r:embed="rId3"/>
          <a:srcRect l="3874" t="49360" r="52758" b="42026"/>
          <a:stretch>
            <a:fillRect/>
          </a:stretch>
        </p:blipFill>
        <p:spPr>
          <a:xfrm>
            <a:off x="271666" y="323388"/>
            <a:ext cx="3372989" cy="1336080"/>
          </a:xfrm>
          <a:prstGeom prst="rect">
            <a:avLst/>
          </a:prstGeom>
          <a:ln w="12700">
            <a:miter lim="400000"/>
          </a:ln>
        </p:spPr>
      </p:pic>
      <p:sp>
        <p:nvSpPr>
          <p:cNvPr id="94" name="Rectangle 13"/>
          <p:cNvSpPr/>
          <p:nvPr/>
        </p:nvSpPr>
        <p:spPr>
          <a:xfrm>
            <a:off x="8287473" y="6445667"/>
            <a:ext cx="3476928" cy="412334"/>
          </a:xfrm>
          <a:prstGeom prst="rect">
            <a:avLst/>
          </a:prstGeom>
          <a:solidFill>
            <a:schemeClr val="accent2"/>
          </a:solidFill>
          <a:ln w="12700">
            <a:miter lim="400000"/>
          </a:ln>
        </p:spPr>
        <p:txBody>
          <a:bodyPr lIns="45719" rIns="45719" anchor="ctr"/>
          <a:lstStyle/>
          <a:p>
            <a:pPr algn="ctr">
              <a:defRPr>
                <a:solidFill>
                  <a:schemeClr val="accent6">
                    <a:lumOff val="5098"/>
                  </a:schemeClr>
                </a:solidFill>
              </a:defRPr>
            </a:pPr>
            <a:endParaRP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Body slide no image">
    <p:spTree>
      <p:nvGrpSpPr>
        <p:cNvPr id="1" name=""/>
        <p:cNvGrpSpPr/>
        <p:nvPr/>
      </p:nvGrpSpPr>
      <p:grpSpPr>
        <a:xfrm>
          <a:off x="0" y="0"/>
          <a:ext cx="0" cy="0"/>
          <a:chOff x="0" y="0"/>
          <a:chExt cx="0" cy="0"/>
        </a:xfrm>
      </p:grpSpPr>
      <p:sp>
        <p:nvSpPr>
          <p:cNvPr id="102" name="Click to edit title"/>
          <p:cNvSpPr txBox="1">
            <a:spLocks noGrp="1"/>
          </p:cNvSpPr>
          <p:nvPr>
            <p:ph type="title" hasCustomPrompt="1"/>
          </p:nvPr>
        </p:nvSpPr>
        <p:spPr>
          <a:xfrm>
            <a:off x="430279" y="449926"/>
            <a:ext cx="9687757" cy="584777"/>
          </a:xfrm>
          <a:prstGeom prst="rect">
            <a:avLst/>
          </a:prstGeom>
        </p:spPr>
        <p:txBody>
          <a:bodyPr anchor="t">
            <a:normAutofit/>
          </a:bodyPr>
          <a:lstStyle>
            <a:lvl1pPr>
              <a:lnSpc>
                <a:spcPct val="100000"/>
              </a:lnSpc>
              <a:defRPr sz="3200"/>
            </a:lvl1pPr>
          </a:lstStyle>
          <a:p>
            <a:r>
              <a:t>Click to edit title</a:t>
            </a:r>
          </a:p>
        </p:txBody>
      </p:sp>
      <p:pic>
        <p:nvPicPr>
          <p:cNvPr id="103" name="Picture 6" descr="Picture 6"/>
          <p:cNvPicPr>
            <a:picLocks noChangeAspect="1"/>
          </p:cNvPicPr>
          <p:nvPr/>
        </p:nvPicPr>
        <p:blipFill>
          <a:blip r:embed="rId2"/>
          <a:srcRect l="79226" t="68124" b="10595"/>
          <a:stretch>
            <a:fillRect/>
          </a:stretch>
        </p:blipFill>
        <p:spPr>
          <a:xfrm>
            <a:off x="10260623" y="211343"/>
            <a:ext cx="1615639" cy="3300760"/>
          </a:xfrm>
          <a:prstGeom prst="rect">
            <a:avLst/>
          </a:prstGeom>
          <a:ln w="12700">
            <a:miter lim="400000"/>
          </a:ln>
        </p:spPr>
      </p:pic>
      <p:pic>
        <p:nvPicPr>
          <p:cNvPr id="104" name="Picture 8" descr="Picture 8"/>
          <p:cNvPicPr>
            <a:picLocks noChangeAspect="1"/>
          </p:cNvPicPr>
          <p:nvPr/>
        </p:nvPicPr>
        <p:blipFill>
          <a:blip r:embed="rId3"/>
          <a:stretch>
            <a:fillRect/>
          </a:stretch>
        </p:blipFill>
        <p:spPr>
          <a:xfrm>
            <a:off x="10886515" y="6104792"/>
            <a:ext cx="989747" cy="480319"/>
          </a:xfrm>
          <a:prstGeom prst="rect">
            <a:avLst/>
          </a:prstGeom>
          <a:ln w="12700">
            <a:miter lim="400000"/>
          </a:ln>
        </p:spPr>
      </p:pic>
      <p:sp>
        <p:nvSpPr>
          <p:cNvPr id="105" name="Body Level One…"/>
          <p:cNvSpPr txBox="1">
            <a:spLocks noGrp="1"/>
          </p:cNvSpPr>
          <p:nvPr>
            <p:ph type="body" sz="quarter" idx="1" hasCustomPrompt="1"/>
          </p:nvPr>
        </p:nvSpPr>
        <p:spPr>
          <a:xfrm>
            <a:off x="430279" y="2247150"/>
            <a:ext cx="9687755" cy="277000"/>
          </a:xfrm>
          <a:prstGeom prst="rect">
            <a:avLst/>
          </a:prstGeom>
        </p:spPr>
        <p:txBody>
          <a:bodyPr>
            <a:normAutofit/>
          </a:bodyPr>
          <a:lstStyle>
            <a:lvl1pPr marL="0" indent="0">
              <a:lnSpc>
                <a:spcPct val="100000"/>
              </a:lnSpc>
              <a:buSzTx/>
              <a:buFontTx/>
              <a:buNone/>
              <a:defRPr sz="1200"/>
            </a:lvl1pPr>
            <a:lvl2pPr marL="0" indent="457189">
              <a:lnSpc>
                <a:spcPct val="100000"/>
              </a:lnSpc>
              <a:buSzTx/>
              <a:buFontTx/>
              <a:buNone/>
              <a:defRPr sz="1200"/>
            </a:lvl2pPr>
            <a:lvl3pPr marL="0" indent="914377">
              <a:lnSpc>
                <a:spcPct val="100000"/>
              </a:lnSpc>
              <a:buSzTx/>
              <a:buFontTx/>
              <a:buNone/>
              <a:defRPr sz="1200"/>
            </a:lvl3pPr>
            <a:lvl4pPr marL="0" indent="1371565">
              <a:lnSpc>
                <a:spcPct val="100000"/>
              </a:lnSpc>
              <a:buSzTx/>
              <a:buFontTx/>
              <a:buNone/>
              <a:defRPr sz="1200"/>
            </a:lvl4pPr>
            <a:lvl5pPr marL="0" indent="1828754">
              <a:lnSpc>
                <a:spcPct val="100000"/>
              </a:lnSpc>
              <a:buSzTx/>
              <a:buFontTx/>
              <a:buNone/>
              <a:defRPr sz="1200"/>
            </a:lvl5pPr>
          </a:lstStyle>
          <a:p>
            <a:r>
              <a:t>Click to edit body copy</a:t>
            </a:r>
          </a:p>
          <a:p>
            <a:pPr lvl="1"/>
            <a:endParaRPr/>
          </a:p>
          <a:p>
            <a:pPr lvl="2"/>
            <a:endParaRPr/>
          </a:p>
          <a:p>
            <a:pPr lvl="3"/>
            <a:endParaRPr/>
          </a:p>
          <a:p>
            <a:pPr lvl="4"/>
            <a:endParaRPr/>
          </a:p>
        </p:txBody>
      </p:sp>
      <p:sp>
        <p:nvSpPr>
          <p:cNvPr id="106" name="Text Placeholder 4"/>
          <p:cNvSpPr>
            <a:spLocks noGrp="1"/>
          </p:cNvSpPr>
          <p:nvPr>
            <p:ph type="body" sz="quarter" idx="21" hasCustomPrompt="1"/>
          </p:nvPr>
        </p:nvSpPr>
        <p:spPr>
          <a:xfrm>
            <a:off x="430280" y="1508851"/>
            <a:ext cx="9687754" cy="517526"/>
          </a:xfrm>
          <a:prstGeom prst="rect">
            <a:avLst/>
          </a:prstGeom>
        </p:spPr>
        <p:txBody>
          <a:bodyPr>
            <a:normAutofit/>
          </a:bodyPr>
          <a:lstStyle>
            <a:lvl1pPr marL="0" indent="0">
              <a:buSzTx/>
              <a:buFontTx/>
              <a:buNone/>
              <a:defRPr sz="1600" b="1">
                <a:latin typeface="Open Sans SemiBold"/>
                <a:ea typeface="Open Sans SemiBold"/>
                <a:cs typeface="Open Sans SemiBold"/>
                <a:sym typeface="Open Sans Semibold"/>
              </a:defRPr>
            </a:lvl1pPr>
          </a:lstStyle>
          <a:p>
            <a:r>
              <a:t>Click to edit subhead</a:t>
            </a:r>
          </a:p>
        </p:txBody>
      </p:sp>
      <p:sp>
        <p:nvSpPr>
          <p:cNvPr id="107" name="Text Placeholder 7"/>
          <p:cNvSpPr>
            <a:spLocks noGrp="1"/>
          </p:cNvSpPr>
          <p:nvPr>
            <p:ph type="body" sz="quarter" idx="22" hasCustomPrompt="1"/>
          </p:nvPr>
        </p:nvSpPr>
        <p:spPr>
          <a:xfrm>
            <a:off x="430279" y="6335872"/>
            <a:ext cx="5049839" cy="249237"/>
          </a:xfrm>
          <a:prstGeom prst="rect">
            <a:avLst/>
          </a:prstGeom>
        </p:spPr>
        <p:txBody>
          <a:bodyPr>
            <a:normAutofit/>
          </a:bodyPr>
          <a:lstStyle>
            <a:lvl1pPr marL="0" indent="0">
              <a:buSzTx/>
              <a:buFontTx/>
              <a:buNone/>
              <a:defRPr sz="800"/>
            </a:lvl1pPr>
          </a:lstStyle>
          <a:p>
            <a:r>
              <a:t>Footnotes can go here</a:t>
            </a:r>
          </a:p>
        </p:txBody>
      </p:sp>
      <p:sp>
        <p:nvSpPr>
          <p:cNvPr id="10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1_Body slide one image">
    <p:spTree>
      <p:nvGrpSpPr>
        <p:cNvPr id="1" name=""/>
        <p:cNvGrpSpPr/>
        <p:nvPr/>
      </p:nvGrpSpPr>
      <p:grpSpPr>
        <a:xfrm>
          <a:off x="0" y="0"/>
          <a:ext cx="0" cy="0"/>
          <a:chOff x="0" y="0"/>
          <a:chExt cx="0" cy="0"/>
        </a:xfrm>
      </p:grpSpPr>
      <p:pic>
        <p:nvPicPr>
          <p:cNvPr id="115" name="Picture 11" descr="Picture 11"/>
          <p:cNvPicPr>
            <a:picLocks noChangeAspect="1"/>
          </p:cNvPicPr>
          <p:nvPr/>
        </p:nvPicPr>
        <p:blipFill>
          <a:blip r:embed="rId2"/>
          <a:stretch>
            <a:fillRect/>
          </a:stretch>
        </p:blipFill>
        <p:spPr>
          <a:xfrm>
            <a:off x="10886515" y="6104792"/>
            <a:ext cx="989747" cy="480319"/>
          </a:xfrm>
          <a:prstGeom prst="rect">
            <a:avLst/>
          </a:prstGeom>
          <a:ln w="12700">
            <a:miter lim="400000"/>
          </a:ln>
        </p:spPr>
      </p:pic>
      <p:pic>
        <p:nvPicPr>
          <p:cNvPr id="116" name="Picture 8" descr="Picture 8"/>
          <p:cNvPicPr>
            <a:picLocks noChangeAspect="1"/>
          </p:cNvPicPr>
          <p:nvPr/>
        </p:nvPicPr>
        <p:blipFill>
          <a:blip r:embed="rId3"/>
          <a:srcRect l="47527" t="78481" r="1" b="14827"/>
          <a:stretch>
            <a:fillRect/>
          </a:stretch>
        </p:blipFill>
        <p:spPr>
          <a:xfrm>
            <a:off x="7683334" y="4840357"/>
            <a:ext cx="4081067" cy="1037931"/>
          </a:xfrm>
          <a:prstGeom prst="rect">
            <a:avLst/>
          </a:prstGeom>
          <a:ln w="12700">
            <a:miter lim="400000"/>
          </a:ln>
        </p:spPr>
      </p:pic>
      <p:sp>
        <p:nvSpPr>
          <p:cNvPr id="117" name="Click to edit title"/>
          <p:cNvSpPr txBox="1">
            <a:spLocks noGrp="1"/>
          </p:cNvSpPr>
          <p:nvPr>
            <p:ph type="title" hasCustomPrompt="1"/>
          </p:nvPr>
        </p:nvSpPr>
        <p:spPr>
          <a:xfrm>
            <a:off x="430279" y="449926"/>
            <a:ext cx="6904800" cy="584777"/>
          </a:xfrm>
          <a:prstGeom prst="rect">
            <a:avLst/>
          </a:prstGeom>
        </p:spPr>
        <p:txBody>
          <a:bodyPr anchor="t">
            <a:normAutofit/>
          </a:bodyPr>
          <a:lstStyle>
            <a:lvl1pPr>
              <a:lnSpc>
                <a:spcPct val="100000"/>
              </a:lnSpc>
              <a:defRPr sz="3200"/>
            </a:lvl1pPr>
          </a:lstStyle>
          <a:p>
            <a:r>
              <a:t>Click to edit title</a:t>
            </a:r>
          </a:p>
        </p:txBody>
      </p:sp>
      <p:sp>
        <p:nvSpPr>
          <p:cNvPr id="118" name="Body Level One…"/>
          <p:cNvSpPr txBox="1">
            <a:spLocks noGrp="1"/>
          </p:cNvSpPr>
          <p:nvPr>
            <p:ph type="body" sz="quarter" idx="1" hasCustomPrompt="1"/>
          </p:nvPr>
        </p:nvSpPr>
        <p:spPr>
          <a:xfrm>
            <a:off x="430279" y="2247150"/>
            <a:ext cx="6904799" cy="277000"/>
          </a:xfrm>
          <a:prstGeom prst="rect">
            <a:avLst/>
          </a:prstGeom>
        </p:spPr>
        <p:txBody>
          <a:bodyPr>
            <a:normAutofit/>
          </a:bodyPr>
          <a:lstStyle>
            <a:lvl1pPr marL="0" indent="0">
              <a:lnSpc>
                <a:spcPct val="100000"/>
              </a:lnSpc>
              <a:buSzTx/>
              <a:buFontTx/>
              <a:buNone/>
              <a:defRPr sz="1200"/>
            </a:lvl1pPr>
            <a:lvl2pPr marL="0" indent="457189">
              <a:lnSpc>
                <a:spcPct val="100000"/>
              </a:lnSpc>
              <a:buSzTx/>
              <a:buFontTx/>
              <a:buNone/>
              <a:defRPr sz="1200"/>
            </a:lvl2pPr>
            <a:lvl3pPr marL="0" indent="914377">
              <a:lnSpc>
                <a:spcPct val="100000"/>
              </a:lnSpc>
              <a:buSzTx/>
              <a:buFontTx/>
              <a:buNone/>
              <a:defRPr sz="1200"/>
            </a:lvl3pPr>
            <a:lvl4pPr marL="0" indent="1371565">
              <a:lnSpc>
                <a:spcPct val="100000"/>
              </a:lnSpc>
              <a:buSzTx/>
              <a:buFontTx/>
              <a:buNone/>
              <a:defRPr sz="1200"/>
            </a:lvl4pPr>
            <a:lvl5pPr marL="0" indent="1828754">
              <a:lnSpc>
                <a:spcPct val="100000"/>
              </a:lnSpc>
              <a:buSzTx/>
              <a:buFontTx/>
              <a:buNone/>
              <a:defRPr sz="1200"/>
            </a:lvl5pPr>
          </a:lstStyle>
          <a:p>
            <a:r>
              <a:t>Click to edit body copy</a:t>
            </a:r>
          </a:p>
          <a:p>
            <a:pPr lvl="1"/>
            <a:endParaRPr/>
          </a:p>
          <a:p>
            <a:pPr lvl="2"/>
            <a:endParaRPr/>
          </a:p>
          <a:p>
            <a:pPr lvl="3"/>
            <a:endParaRPr/>
          </a:p>
          <a:p>
            <a:pPr lvl="4"/>
            <a:endParaRPr/>
          </a:p>
        </p:txBody>
      </p:sp>
      <p:sp>
        <p:nvSpPr>
          <p:cNvPr id="119" name="Text Placeholder 4"/>
          <p:cNvSpPr>
            <a:spLocks noGrp="1"/>
          </p:cNvSpPr>
          <p:nvPr>
            <p:ph type="body" sz="quarter" idx="21" hasCustomPrompt="1"/>
          </p:nvPr>
        </p:nvSpPr>
        <p:spPr>
          <a:xfrm>
            <a:off x="430280" y="1508851"/>
            <a:ext cx="6904798" cy="517526"/>
          </a:xfrm>
          <a:prstGeom prst="rect">
            <a:avLst/>
          </a:prstGeom>
        </p:spPr>
        <p:txBody>
          <a:bodyPr>
            <a:normAutofit/>
          </a:bodyPr>
          <a:lstStyle>
            <a:lvl1pPr marL="0" indent="0">
              <a:buSzTx/>
              <a:buFontTx/>
              <a:buNone/>
              <a:defRPr sz="1600" b="1">
                <a:latin typeface="Open Sans SemiBold"/>
                <a:ea typeface="Open Sans SemiBold"/>
                <a:cs typeface="Open Sans SemiBold"/>
                <a:sym typeface="Open Sans Semibold"/>
              </a:defRPr>
            </a:lvl1pPr>
          </a:lstStyle>
          <a:p>
            <a:r>
              <a:t>Click to edit subhead</a:t>
            </a:r>
          </a:p>
        </p:txBody>
      </p:sp>
      <p:sp>
        <p:nvSpPr>
          <p:cNvPr id="120" name="Text Placeholder 7"/>
          <p:cNvSpPr>
            <a:spLocks noGrp="1"/>
          </p:cNvSpPr>
          <p:nvPr>
            <p:ph type="body" sz="quarter" idx="22" hasCustomPrompt="1"/>
          </p:nvPr>
        </p:nvSpPr>
        <p:spPr>
          <a:xfrm>
            <a:off x="430279" y="6335872"/>
            <a:ext cx="5049839" cy="249237"/>
          </a:xfrm>
          <a:prstGeom prst="rect">
            <a:avLst/>
          </a:prstGeom>
        </p:spPr>
        <p:txBody>
          <a:bodyPr>
            <a:normAutofit/>
          </a:bodyPr>
          <a:lstStyle>
            <a:lvl1pPr marL="0" indent="0">
              <a:buSzTx/>
              <a:buFontTx/>
              <a:buNone/>
              <a:defRPr sz="800"/>
            </a:lvl1pPr>
          </a:lstStyle>
          <a:p>
            <a:r>
              <a:t>Footnotes can go here</a:t>
            </a:r>
          </a:p>
        </p:txBody>
      </p:sp>
      <p:sp>
        <p:nvSpPr>
          <p:cNvPr id="121" name="Picture Placeholder 2"/>
          <p:cNvSpPr>
            <a:spLocks noGrp="1"/>
          </p:cNvSpPr>
          <p:nvPr>
            <p:ph type="pic" sz="half" idx="23"/>
          </p:nvPr>
        </p:nvSpPr>
        <p:spPr>
          <a:xfrm>
            <a:off x="7875588" y="449262"/>
            <a:ext cx="4316413" cy="4273551"/>
          </a:xfrm>
          <a:prstGeom prst="rect">
            <a:avLst/>
          </a:prstGeom>
        </p:spPr>
        <p:txBody>
          <a:bodyPr lIns="91439" rIns="91439"/>
          <a:lstStyle/>
          <a:p>
            <a:endParaRPr/>
          </a:p>
        </p:txBody>
      </p:sp>
      <p:sp>
        <p:nvSpPr>
          <p:cNvPr id="1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Body slide with table">
    <p:spTree>
      <p:nvGrpSpPr>
        <p:cNvPr id="1" name=""/>
        <p:cNvGrpSpPr/>
        <p:nvPr/>
      </p:nvGrpSpPr>
      <p:grpSpPr>
        <a:xfrm>
          <a:off x="0" y="0"/>
          <a:ext cx="0" cy="0"/>
          <a:chOff x="0" y="0"/>
          <a:chExt cx="0" cy="0"/>
        </a:xfrm>
      </p:grpSpPr>
      <p:pic>
        <p:nvPicPr>
          <p:cNvPr id="129" name="Picture 11" descr="Picture 11"/>
          <p:cNvPicPr>
            <a:picLocks noChangeAspect="1"/>
          </p:cNvPicPr>
          <p:nvPr/>
        </p:nvPicPr>
        <p:blipFill>
          <a:blip r:embed="rId2"/>
          <a:stretch>
            <a:fillRect/>
          </a:stretch>
        </p:blipFill>
        <p:spPr>
          <a:xfrm>
            <a:off x="10886515" y="6104792"/>
            <a:ext cx="989747" cy="480319"/>
          </a:xfrm>
          <a:prstGeom prst="rect">
            <a:avLst/>
          </a:prstGeom>
          <a:ln w="12700">
            <a:miter lim="400000"/>
          </a:ln>
        </p:spPr>
      </p:pic>
      <p:pic>
        <p:nvPicPr>
          <p:cNvPr id="130" name="Picture 12" descr="Picture 12"/>
          <p:cNvPicPr>
            <a:picLocks noChangeAspect="1"/>
          </p:cNvPicPr>
          <p:nvPr/>
        </p:nvPicPr>
        <p:blipFill>
          <a:blip r:embed="rId3"/>
          <a:srcRect l="79226" t="68124" b="10595"/>
          <a:stretch>
            <a:fillRect/>
          </a:stretch>
        </p:blipFill>
        <p:spPr>
          <a:xfrm>
            <a:off x="10260621" y="211343"/>
            <a:ext cx="1615763" cy="3300760"/>
          </a:xfrm>
          <a:prstGeom prst="rect">
            <a:avLst/>
          </a:prstGeom>
          <a:ln w="12700">
            <a:miter lim="400000"/>
          </a:ln>
        </p:spPr>
      </p:pic>
      <p:sp>
        <p:nvSpPr>
          <p:cNvPr id="131" name="Click to edit title"/>
          <p:cNvSpPr txBox="1">
            <a:spLocks noGrp="1"/>
          </p:cNvSpPr>
          <p:nvPr>
            <p:ph type="title" hasCustomPrompt="1"/>
          </p:nvPr>
        </p:nvSpPr>
        <p:spPr>
          <a:xfrm>
            <a:off x="430279" y="449926"/>
            <a:ext cx="9687757" cy="584777"/>
          </a:xfrm>
          <a:prstGeom prst="rect">
            <a:avLst/>
          </a:prstGeom>
        </p:spPr>
        <p:txBody>
          <a:bodyPr anchor="t">
            <a:normAutofit/>
          </a:bodyPr>
          <a:lstStyle>
            <a:lvl1pPr>
              <a:lnSpc>
                <a:spcPct val="100000"/>
              </a:lnSpc>
              <a:defRPr sz="3200"/>
            </a:lvl1pPr>
          </a:lstStyle>
          <a:p>
            <a:r>
              <a:t>Click to edit title</a:t>
            </a:r>
          </a:p>
        </p:txBody>
      </p:sp>
      <p:sp>
        <p:nvSpPr>
          <p:cNvPr id="132" name="Body Level One…"/>
          <p:cNvSpPr txBox="1">
            <a:spLocks noGrp="1"/>
          </p:cNvSpPr>
          <p:nvPr>
            <p:ph type="body" sz="quarter" idx="1" hasCustomPrompt="1"/>
          </p:nvPr>
        </p:nvSpPr>
        <p:spPr>
          <a:xfrm>
            <a:off x="430279" y="2247150"/>
            <a:ext cx="9687755" cy="277000"/>
          </a:xfrm>
          <a:prstGeom prst="rect">
            <a:avLst/>
          </a:prstGeom>
        </p:spPr>
        <p:txBody>
          <a:bodyPr>
            <a:normAutofit/>
          </a:bodyPr>
          <a:lstStyle>
            <a:lvl1pPr marL="0" indent="0">
              <a:lnSpc>
                <a:spcPct val="100000"/>
              </a:lnSpc>
              <a:buSzTx/>
              <a:buFontTx/>
              <a:buNone/>
              <a:defRPr sz="1200"/>
            </a:lvl1pPr>
            <a:lvl2pPr marL="0" indent="457189">
              <a:lnSpc>
                <a:spcPct val="100000"/>
              </a:lnSpc>
              <a:buSzTx/>
              <a:buFontTx/>
              <a:buNone/>
              <a:defRPr sz="1200"/>
            </a:lvl2pPr>
            <a:lvl3pPr marL="0" indent="914377">
              <a:lnSpc>
                <a:spcPct val="100000"/>
              </a:lnSpc>
              <a:buSzTx/>
              <a:buFontTx/>
              <a:buNone/>
              <a:defRPr sz="1200"/>
            </a:lvl3pPr>
            <a:lvl4pPr marL="0" indent="1371565">
              <a:lnSpc>
                <a:spcPct val="100000"/>
              </a:lnSpc>
              <a:buSzTx/>
              <a:buFontTx/>
              <a:buNone/>
              <a:defRPr sz="1200"/>
            </a:lvl4pPr>
            <a:lvl5pPr marL="0" indent="1828754">
              <a:lnSpc>
                <a:spcPct val="100000"/>
              </a:lnSpc>
              <a:buSzTx/>
              <a:buFontTx/>
              <a:buNone/>
              <a:defRPr sz="1200"/>
            </a:lvl5pPr>
          </a:lstStyle>
          <a:p>
            <a:r>
              <a:t>You may add some body text to explain your table.</a:t>
            </a:r>
          </a:p>
          <a:p>
            <a:pPr lvl="1"/>
            <a:endParaRPr/>
          </a:p>
          <a:p>
            <a:pPr lvl="2"/>
            <a:endParaRPr/>
          </a:p>
          <a:p>
            <a:pPr lvl="3"/>
            <a:endParaRPr/>
          </a:p>
          <a:p>
            <a:pPr lvl="4"/>
            <a:endParaRPr/>
          </a:p>
        </p:txBody>
      </p:sp>
      <p:sp>
        <p:nvSpPr>
          <p:cNvPr id="133" name="Text Placeholder 4"/>
          <p:cNvSpPr>
            <a:spLocks noGrp="1"/>
          </p:cNvSpPr>
          <p:nvPr>
            <p:ph type="body" sz="quarter" idx="21" hasCustomPrompt="1"/>
          </p:nvPr>
        </p:nvSpPr>
        <p:spPr>
          <a:xfrm>
            <a:off x="430280" y="1508851"/>
            <a:ext cx="9687754" cy="517526"/>
          </a:xfrm>
          <a:prstGeom prst="rect">
            <a:avLst/>
          </a:prstGeom>
        </p:spPr>
        <p:txBody>
          <a:bodyPr>
            <a:normAutofit/>
          </a:bodyPr>
          <a:lstStyle>
            <a:lvl1pPr marL="0" indent="0">
              <a:buSzTx/>
              <a:buFontTx/>
              <a:buNone/>
              <a:defRPr sz="1600" b="1">
                <a:latin typeface="Open Sans SemiBold"/>
                <a:ea typeface="Open Sans SemiBold"/>
                <a:cs typeface="Open Sans SemiBold"/>
                <a:sym typeface="Open Sans Semibold"/>
              </a:defRPr>
            </a:lvl1pPr>
          </a:lstStyle>
          <a:p>
            <a:r>
              <a:t>Click to edit subhead</a:t>
            </a:r>
          </a:p>
        </p:txBody>
      </p:sp>
      <p:sp>
        <p:nvSpPr>
          <p:cNvPr id="134" name="Text Placeholder 7"/>
          <p:cNvSpPr>
            <a:spLocks noGrp="1"/>
          </p:cNvSpPr>
          <p:nvPr>
            <p:ph type="body" sz="quarter" idx="22" hasCustomPrompt="1"/>
          </p:nvPr>
        </p:nvSpPr>
        <p:spPr>
          <a:xfrm>
            <a:off x="430279" y="6335872"/>
            <a:ext cx="5049839" cy="249237"/>
          </a:xfrm>
          <a:prstGeom prst="rect">
            <a:avLst/>
          </a:prstGeom>
        </p:spPr>
        <p:txBody>
          <a:bodyPr>
            <a:normAutofit/>
          </a:bodyPr>
          <a:lstStyle>
            <a:lvl1pPr marL="0" indent="0">
              <a:buSzTx/>
              <a:buFontTx/>
              <a:buNone/>
              <a:defRPr sz="800"/>
            </a:lvl1pPr>
          </a:lstStyle>
          <a:p>
            <a:r>
              <a:t>Footnotes can go here</a:t>
            </a:r>
          </a:p>
        </p:txBody>
      </p:sp>
      <p:sp>
        <p:nvSpPr>
          <p:cNvPr id="1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Sample_Title slide">
    <p:spTree>
      <p:nvGrpSpPr>
        <p:cNvPr id="1" name=""/>
        <p:cNvGrpSpPr/>
        <p:nvPr/>
      </p:nvGrpSpPr>
      <p:grpSpPr>
        <a:xfrm>
          <a:off x="0" y="0"/>
          <a:ext cx="0" cy="0"/>
          <a:chOff x="0" y="0"/>
          <a:chExt cx="0" cy="0"/>
        </a:xfrm>
      </p:grpSpPr>
      <p:pic>
        <p:nvPicPr>
          <p:cNvPr id="142" name="Picture 2" descr="Picture 2"/>
          <p:cNvPicPr>
            <a:picLocks noChangeAspect="1"/>
          </p:cNvPicPr>
          <p:nvPr/>
        </p:nvPicPr>
        <p:blipFill>
          <a:blip r:embed="rId2"/>
          <a:stretch>
            <a:fillRect/>
          </a:stretch>
        </p:blipFill>
        <p:spPr>
          <a:xfrm>
            <a:off x="489720" y="5565271"/>
            <a:ext cx="1814148" cy="880396"/>
          </a:xfrm>
          <a:prstGeom prst="rect">
            <a:avLst/>
          </a:prstGeom>
          <a:ln w="12700">
            <a:miter lim="400000"/>
          </a:ln>
        </p:spPr>
      </p:pic>
      <p:sp>
        <p:nvSpPr>
          <p:cNvPr id="143" name="Swinburne life"/>
          <p:cNvSpPr txBox="1">
            <a:spLocks noGrp="1"/>
          </p:cNvSpPr>
          <p:nvPr>
            <p:ph type="title" hasCustomPrompt="1"/>
          </p:nvPr>
        </p:nvSpPr>
        <p:spPr>
          <a:xfrm>
            <a:off x="430279" y="1855803"/>
            <a:ext cx="6089791" cy="923331"/>
          </a:xfrm>
          <a:prstGeom prst="rect">
            <a:avLst/>
          </a:prstGeom>
        </p:spPr>
        <p:txBody>
          <a:bodyPr anchor="t">
            <a:normAutofit/>
          </a:bodyPr>
          <a:lstStyle>
            <a:lvl1pPr>
              <a:lnSpc>
                <a:spcPct val="100000"/>
              </a:lnSpc>
              <a:defRPr sz="5400"/>
            </a:lvl1pPr>
          </a:lstStyle>
          <a:p>
            <a:r>
              <a:t>Swinburne life</a:t>
            </a:r>
          </a:p>
        </p:txBody>
      </p:sp>
      <p:sp>
        <p:nvSpPr>
          <p:cNvPr id="144" name="Body Level One…"/>
          <p:cNvSpPr txBox="1">
            <a:spLocks noGrp="1"/>
          </p:cNvSpPr>
          <p:nvPr>
            <p:ph type="body" sz="quarter" idx="1" hasCustomPrompt="1"/>
          </p:nvPr>
        </p:nvSpPr>
        <p:spPr>
          <a:xfrm>
            <a:off x="430279" y="2885430"/>
            <a:ext cx="6089791" cy="432812"/>
          </a:xfrm>
          <a:prstGeom prst="rect">
            <a:avLst/>
          </a:prstGeom>
        </p:spPr>
        <p:txBody>
          <a:bodyPr>
            <a:normAutofit/>
          </a:bodyPr>
          <a:lstStyle>
            <a:lvl1pPr marL="0" indent="0">
              <a:lnSpc>
                <a:spcPts val="2800"/>
              </a:lnSpc>
              <a:buSzTx/>
              <a:buFontTx/>
              <a:buNone/>
              <a:defRPr sz="2400">
                <a:latin typeface="Barlow Light"/>
                <a:ea typeface="Barlow Light"/>
                <a:cs typeface="Barlow Light"/>
                <a:sym typeface="Barlow Light"/>
              </a:defRPr>
            </a:lvl1pPr>
            <a:lvl2pPr marL="0" indent="457189">
              <a:lnSpc>
                <a:spcPts val="2800"/>
              </a:lnSpc>
              <a:buSzTx/>
              <a:buFontTx/>
              <a:buNone/>
              <a:defRPr sz="2400">
                <a:latin typeface="Barlow Light"/>
                <a:ea typeface="Barlow Light"/>
                <a:cs typeface="Barlow Light"/>
                <a:sym typeface="Barlow Light"/>
              </a:defRPr>
            </a:lvl2pPr>
            <a:lvl3pPr marL="0" indent="914377">
              <a:lnSpc>
                <a:spcPts val="2800"/>
              </a:lnSpc>
              <a:buSzTx/>
              <a:buFontTx/>
              <a:buNone/>
              <a:defRPr sz="2400">
                <a:latin typeface="Barlow Light"/>
                <a:ea typeface="Barlow Light"/>
                <a:cs typeface="Barlow Light"/>
                <a:sym typeface="Barlow Light"/>
              </a:defRPr>
            </a:lvl3pPr>
            <a:lvl4pPr marL="0" indent="1371565">
              <a:lnSpc>
                <a:spcPts val="2800"/>
              </a:lnSpc>
              <a:buSzTx/>
              <a:buFontTx/>
              <a:buNone/>
              <a:defRPr sz="2400">
                <a:latin typeface="Barlow Light"/>
                <a:ea typeface="Barlow Light"/>
                <a:cs typeface="Barlow Light"/>
                <a:sym typeface="Barlow Light"/>
              </a:defRPr>
            </a:lvl4pPr>
            <a:lvl5pPr marL="0" indent="1828754">
              <a:lnSpc>
                <a:spcPts val="2800"/>
              </a:lnSpc>
              <a:buSzTx/>
              <a:buFontTx/>
              <a:buNone/>
              <a:defRPr sz="2400">
                <a:latin typeface="Barlow Light"/>
                <a:ea typeface="Barlow Light"/>
                <a:cs typeface="Barlow Light"/>
                <a:sym typeface="Barlow Light"/>
              </a:defRPr>
            </a:lvl5pPr>
          </a:lstStyle>
          <a:p>
            <a:r>
              <a:t>It’s what you make it</a:t>
            </a:r>
          </a:p>
          <a:p>
            <a:pPr lvl="1"/>
            <a:endParaRPr/>
          </a:p>
          <a:p>
            <a:pPr lvl="2"/>
            <a:endParaRPr/>
          </a:p>
          <a:p>
            <a:pPr lvl="3"/>
            <a:endParaRPr/>
          </a:p>
          <a:p>
            <a:pPr lvl="4"/>
            <a:endParaRPr/>
          </a:p>
        </p:txBody>
      </p:sp>
      <p:sp>
        <p:nvSpPr>
          <p:cNvPr id="145" name="Text Placeholder 3"/>
          <p:cNvSpPr>
            <a:spLocks noGrp="1"/>
          </p:cNvSpPr>
          <p:nvPr>
            <p:ph type="body" sz="quarter" idx="21" hasCustomPrompt="1"/>
          </p:nvPr>
        </p:nvSpPr>
        <p:spPr>
          <a:xfrm>
            <a:off x="430279" y="3748813"/>
            <a:ext cx="3497817" cy="284579"/>
          </a:xfrm>
          <a:prstGeom prst="rect">
            <a:avLst/>
          </a:prstGeom>
        </p:spPr>
        <p:txBody>
          <a:bodyPr>
            <a:normAutofit/>
          </a:bodyPr>
          <a:lstStyle>
            <a:lvl1pPr marL="0" indent="0" defTabSz="804672">
              <a:spcBef>
                <a:spcPts val="800"/>
              </a:spcBef>
              <a:buSzTx/>
              <a:buFontTx/>
              <a:buNone/>
              <a:defRPr sz="1232" b="1">
                <a:latin typeface="Barlow SemiBold"/>
                <a:ea typeface="Barlow SemiBold"/>
                <a:cs typeface="Barlow SemiBold"/>
                <a:sym typeface="Barlow SemiBold"/>
              </a:defRPr>
            </a:lvl1pPr>
          </a:lstStyle>
          <a:p>
            <a:r>
              <a:t>Presented by Sam Sample</a:t>
            </a:r>
          </a:p>
        </p:txBody>
      </p:sp>
      <p:sp>
        <p:nvSpPr>
          <p:cNvPr id="146" name="Text Placeholder 3"/>
          <p:cNvSpPr>
            <a:spLocks noGrp="1"/>
          </p:cNvSpPr>
          <p:nvPr>
            <p:ph type="body" sz="quarter" idx="22" hasCustomPrompt="1"/>
          </p:nvPr>
        </p:nvSpPr>
        <p:spPr>
          <a:xfrm>
            <a:off x="430279" y="4076805"/>
            <a:ext cx="3497817" cy="284579"/>
          </a:xfrm>
          <a:prstGeom prst="rect">
            <a:avLst/>
          </a:prstGeom>
        </p:spPr>
        <p:txBody>
          <a:bodyPr>
            <a:normAutofit/>
          </a:bodyPr>
          <a:lstStyle>
            <a:lvl1pPr marL="0" indent="0" defTabSz="804672">
              <a:spcBef>
                <a:spcPts val="800"/>
              </a:spcBef>
              <a:buSzTx/>
              <a:buFontTx/>
              <a:buNone/>
              <a:defRPr sz="1232">
                <a:latin typeface="Barlow Light"/>
                <a:ea typeface="Barlow Light"/>
                <a:cs typeface="Barlow Light"/>
                <a:sym typeface="Barlow Light"/>
              </a:defRPr>
            </a:lvl1pPr>
          </a:lstStyle>
          <a:p>
            <a:r>
              <a:t>23 April, 2021</a:t>
            </a:r>
          </a:p>
        </p:txBody>
      </p:sp>
      <p:pic>
        <p:nvPicPr>
          <p:cNvPr id="147" name="Picture 7" descr="Picture 7"/>
          <p:cNvPicPr>
            <a:picLocks noChangeAspect="1"/>
          </p:cNvPicPr>
          <p:nvPr/>
        </p:nvPicPr>
        <p:blipFill>
          <a:blip r:embed="rId3"/>
          <a:srcRect l="32480" t="84250" b="9263"/>
          <a:stretch>
            <a:fillRect/>
          </a:stretch>
        </p:blipFill>
        <p:spPr>
          <a:xfrm>
            <a:off x="5557918" y="5734877"/>
            <a:ext cx="5251357" cy="1006165"/>
          </a:xfrm>
          <a:prstGeom prst="rect">
            <a:avLst/>
          </a:prstGeom>
          <a:ln w="12700">
            <a:miter lim="400000"/>
          </a:ln>
        </p:spPr>
      </p:pic>
      <p:pic>
        <p:nvPicPr>
          <p:cNvPr id="148" name="Picture 8" descr="Picture 8"/>
          <p:cNvPicPr>
            <a:picLocks noChangeAspect="1"/>
          </p:cNvPicPr>
          <p:nvPr/>
        </p:nvPicPr>
        <p:blipFill>
          <a:blip r:embed="rId3"/>
          <a:srcRect t="49360" r="68851" b="45400"/>
          <a:stretch>
            <a:fillRect/>
          </a:stretch>
        </p:blipFill>
        <p:spPr>
          <a:xfrm>
            <a:off x="490216" y="323388"/>
            <a:ext cx="2422668" cy="812755"/>
          </a:xfrm>
          <a:prstGeom prst="rect">
            <a:avLst/>
          </a:prstGeom>
          <a:ln w="12700">
            <a:miter lim="400000"/>
          </a:ln>
        </p:spPr>
      </p:pic>
      <p:pic>
        <p:nvPicPr>
          <p:cNvPr id="149" name="Picture 9" descr="Picture 9"/>
          <p:cNvPicPr>
            <a:picLocks noChangeAspect="1"/>
          </p:cNvPicPr>
          <p:nvPr/>
        </p:nvPicPr>
        <p:blipFill>
          <a:blip r:embed="rId4"/>
          <a:srcRect l="22459" t="13219" r="23662"/>
          <a:stretch>
            <a:fillRect/>
          </a:stretch>
        </p:blipFill>
        <p:spPr>
          <a:xfrm>
            <a:off x="6894485" y="404038"/>
            <a:ext cx="4834736" cy="5183231"/>
          </a:xfrm>
          <a:prstGeom prst="rect">
            <a:avLst/>
          </a:prstGeom>
          <a:ln w="12700">
            <a:miter lim="400000"/>
          </a:ln>
        </p:spPr>
      </p:pic>
      <p:pic>
        <p:nvPicPr>
          <p:cNvPr id="150" name="Picture 10" descr="Picture 10"/>
          <p:cNvPicPr>
            <a:picLocks noChangeAspect="1"/>
          </p:cNvPicPr>
          <p:nvPr/>
        </p:nvPicPr>
        <p:blipFill>
          <a:blip r:embed="rId3"/>
          <a:srcRect l="32480" t="77968" r="52977" b="15544"/>
          <a:stretch>
            <a:fillRect/>
          </a:stretch>
        </p:blipFill>
        <p:spPr>
          <a:xfrm>
            <a:off x="5557920" y="4760536"/>
            <a:ext cx="1131117" cy="1006165"/>
          </a:xfrm>
          <a:prstGeom prst="rect">
            <a:avLst/>
          </a:prstGeom>
          <a:ln w="12700">
            <a:miter lim="400000"/>
          </a:ln>
        </p:spPr>
      </p:pic>
      <p:sp>
        <p:nvSpPr>
          <p:cNvPr id="15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Title slide with one image">
    <p:spTree>
      <p:nvGrpSpPr>
        <p:cNvPr id="1" name=""/>
        <p:cNvGrpSpPr/>
        <p:nvPr/>
      </p:nvGrpSpPr>
      <p:grpSpPr>
        <a:xfrm>
          <a:off x="0" y="0"/>
          <a:ext cx="0" cy="0"/>
          <a:chOff x="0" y="0"/>
          <a:chExt cx="0" cy="0"/>
        </a:xfrm>
      </p:grpSpPr>
      <p:pic>
        <p:nvPicPr>
          <p:cNvPr id="158" name="Picture 2" descr="Picture 2"/>
          <p:cNvPicPr>
            <a:picLocks noChangeAspect="1"/>
          </p:cNvPicPr>
          <p:nvPr/>
        </p:nvPicPr>
        <p:blipFill>
          <a:blip r:embed="rId2"/>
          <a:stretch>
            <a:fillRect/>
          </a:stretch>
        </p:blipFill>
        <p:spPr>
          <a:xfrm>
            <a:off x="489720" y="5565271"/>
            <a:ext cx="1814148" cy="880396"/>
          </a:xfrm>
          <a:prstGeom prst="rect">
            <a:avLst/>
          </a:prstGeom>
          <a:ln w="12700">
            <a:miter lim="400000"/>
          </a:ln>
        </p:spPr>
      </p:pic>
      <p:sp>
        <p:nvSpPr>
          <p:cNvPr id="159" name="Click to edit title"/>
          <p:cNvSpPr txBox="1">
            <a:spLocks noGrp="1"/>
          </p:cNvSpPr>
          <p:nvPr>
            <p:ph type="title" hasCustomPrompt="1"/>
          </p:nvPr>
        </p:nvSpPr>
        <p:spPr>
          <a:xfrm>
            <a:off x="430279" y="1869345"/>
            <a:ext cx="5618376" cy="865622"/>
          </a:xfrm>
          <a:prstGeom prst="rect">
            <a:avLst/>
          </a:prstGeom>
        </p:spPr>
        <p:txBody>
          <a:bodyPr anchor="t">
            <a:normAutofit/>
          </a:bodyPr>
          <a:lstStyle>
            <a:lvl1pPr>
              <a:lnSpc>
                <a:spcPts val="6600"/>
              </a:lnSpc>
              <a:defRPr sz="5400"/>
            </a:lvl1pPr>
          </a:lstStyle>
          <a:p>
            <a:r>
              <a:t>Click to edit title</a:t>
            </a:r>
          </a:p>
        </p:txBody>
      </p:sp>
      <p:sp>
        <p:nvSpPr>
          <p:cNvPr id="160" name="Body Level One…"/>
          <p:cNvSpPr txBox="1">
            <a:spLocks noGrp="1"/>
          </p:cNvSpPr>
          <p:nvPr>
            <p:ph type="body" sz="quarter" idx="1" hasCustomPrompt="1"/>
          </p:nvPr>
        </p:nvSpPr>
        <p:spPr>
          <a:xfrm>
            <a:off x="430279" y="2806063"/>
            <a:ext cx="5618376" cy="432812"/>
          </a:xfrm>
          <a:prstGeom prst="rect">
            <a:avLst/>
          </a:prstGeom>
        </p:spPr>
        <p:txBody>
          <a:bodyPr>
            <a:normAutofit/>
          </a:bodyPr>
          <a:lstStyle>
            <a:lvl1pPr marL="0" indent="0">
              <a:lnSpc>
                <a:spcPts val="2800"/>
              </a:lnSpc>
              <a:buSzTx/>
              <a:buFontTx/>
              <a:buNone/>
              <a:defRPr sz="2400">
                <a:latin typeface="Barlow Light"/>
                <a:ea typeface="Barlow Light"/>
                <a:cs typeface="Barlow Light"/>
                <a:sym typeface="Barlow Light"/>
              </a:defRPr>
            </a:lvl1pPr>
            <a:lvl2pPr marL="0" indent="457189">
              <a:lnSpc>
                <a:spcPts val="2800"/>
              </a:lnSpc>
              <a:buSzTx/>
              <a:buFontTx/>
              <a:buNone/>
              <a:defRPr sz="2400">
                <a:latin typeface="Barlow Light"/>
                <a:ea typeface="Barlow Light"/>
                <a:cs typeface="Barlow Light"/>
                <a:sym typeface="Barlow Light"/>
              </a:defRPr>
            </a:lvl2pPr>
            <a:lvl3pPr marL="0" indent="914377">
              <a:lnSpc>
                <a:spcPts val="2800"/>
              </a:lnSpc>
              <a:buSzTx/>
              <a:buFontTx/>
              <a:buNone/>
              <a:defRPr sz="2400">
                <a:latin typeface="Barlow Light"/>
                <a:ea typeface="Barlow Light"/>
                <a:cs typeface="Barlow Light"/>
                <a:sym typeface="Barlow Light"/>
              </a:defRPr>
            </a:lvl3pPr>
            <a:lvl4pPr marL="0" indent="1371565">
              <a:lnSpc>
                <a:spcPts val="2800"/>
              </a:lnSpc>
              <a:buSzTx/>
              <a:buFontTx/>
              <a:buNone/>
              <a:defRPr sz="2400">
                <a:latin typeface="Barlow Light"/>
                <a:ea typeface="Barlow Light"/>
                <a:cs typeface="Barlow Light"/>
                <a:sym typeface="Barlow Light"/>
              </a:defRPr>
            </a:lvl4pPr>
            <a:lvl5pPr marL="0" indent="1828754">
              <a:lnSpc>
                <a:spcPts val="2800"/>
              </a:lnSpc>
              <a:buSzTx/>
              <a:buFontTx/>
              <a:buNone/>
              <a:defRPr sz="2400">
                <a:latin typeface="Barlow Light"/>
                <a:ea typeface="Barlow Light"/>
                <a:cs typeface="Barlow Light"/>
                <a:sym typeface="Barlow Light"/>
              </a:defRPr>
            </a:lvl5pPr>
          </a:lstStyle>
          <a:p>
            <a:r>
              <a:t>Click to edit subtitle</a:t>
            </a:r>
          </a:p>
          <a:p>
            <a:pPr lvl="1"/>
            <a:endParaRPr/>
          </a:p>
          <a:p>
            <a:pPr lvl="2"/>
            <a:endParaRPr/>
          </a:p>
          <a:p>
            <a:pPr lvl="3"/>
            <a:endParaRPr/>
          </a:p>
          <a:p>
            <a:pPr lvl="4"/>
            <a:endParaRPr/>
          </a:p>
        </p:txBody>
      </p:sp>
      <p:sp>
        <p:nvSpPr>
          <p:cNvPr id="161" name="Text Placeholder 3"/>
          <p:cNvSpPr>
            <a:spLocks noGrp="1"/>
          </p:cNvSpPr>
          <p:nvPr>
            <p:ph type="body" sz="quarter" idx="21" hasCustomPrompt="1"/>
          </p:nvPr>
        </p:nvSpPr>
        <p:spPr>
          <a:xfrm>
            <a:off x="430279" y="3537942"/>
            <a:ext cx="3497817" cy="284579"/>
          </a:xfrm>
          <a:prstGeom prst="rect">
            <a:avLst/>
          </a:prstGeom>
        </p:spPr>
        <p:txBody>
          <a:bodyPr>
            <a:normAutofit/>
          </a:bodyPr>
          <a:lstStyle>
            <a:lvl1pPr marL="0" indent="0" defTabSz="804672">
              <a:spcBef>
                <a:spcPts val="800"/>
              </a:spcBef>
              <a:buSzTx/>
              <a:buFontTx/>
              <a:buNone/>
              <a:defRPr sz="1232" b="1">
                <a:latin typeface="Barlow SemiBold"/>
                <a:ea typeface="Barlow SemiBold"/>
                <a:cs typeface="Barlow SemiBold"/>
                <a:sym typeface="Barlow SemiBold"/>
              </a:defRPr>
            </a:lvl1pPr>
          </a:lstStyle>
          <a:p>
            <a:r>
              <a:t>Presented by Name Lastname</a:t>
            </a:r>
          </a:p>
        </p:txBody>
      </p:sp>
      <p:sp>
        <p:nvSpPr>
          <p:cNvPr id="162" name="Text Placeholder 3"/>
          <p:cNvSpPr>
            <a:spLocks noGrp="1"/>
          </p:cNvSpPr>
          <p:nvPr>
            <p:ph type="body" sz="quarter" idx="22" hasCustomPrompt="1"/>
          </p:nvPr>
        </p:nvSpPr>
        <p:spPr>
          <a:xfrm>
            <a:off x="430279" y="3865934"/>
            <a:ext cx="3497817" cy="284579"/>
          </a:xfrm>
          <a:prstGeom prst="rect">
            <a:avLst/>
          </a:prstGeom>
        </p:spPr>
        <p:txBody>
          <a:bodyPr>
            <a:normAutofit/>
          </a:bodyPr>
          <a:lstStyle>
            <a:lvl1pPr marL="0" indent="0" defTabSz="804672">
              <a:spcBef>
                <a:spcPts val="800"/>
              </a:spcBef>
              <a:buSzTx/>
              <a:buFontTx/>
              <a:buNone/>
              <a:defRPr sz="1232">
                <a:latin typeface="Barlow Light"/>
                <a:ea typeface="Barlow Light"/>
                <a:cs typeface="Barlow Light"/>
                <a:sym typeface="Barlow Light"/>
              </a:defRPr>
            </a:lvl1pPr>
          </a:lstStyle>
          <a:p>
            <a:r>
              <a:t>Day 00 Month, 2021</a:t>
            </a:r>
          </a:p>
        </p:txBody>
      </p:sp>
      <p:pic>
        <p:nvPicPr>
          <p:cNvPr id="163" name="Picture 7" descr="Picture 7"/>
          <p:cNvPicPr>
            <a:picLocks noChangeAspect="1"/>
          </p:cNvPicPr>
          <p:nvPr/>
        </p:nvPicPr>
        <p:blipFill>
          <a:blip r:embed="rId3"/>
          <a:srcRect l="32480" t="77968" b="9263"/>
          <a:stretch>
            <a:fillRect/>
          </a:stretch>
        </p:blipFill>
        <p:spPr>
          <a:xfrm>
            <a:off x="5557918" y="4760535"/>
            <a:ext cx="5251357" cy="1980507"/>
          </a:xfrm>
          <a:prstGeom prst="rect">
            <a:avLst/>
          </a:prstGeom>
          <a:ln w="12700">
            <a:miter lim="400000"/>
          </a:ln>
        </p:spPr>
      </p:pic>
      <p:pic>
        <p:nvPicPr>
          <p:cNvPr id="164" name="Picture 8" descr="Picture 8"/>
          <p:cNvPicPr>
            <a:picLocks noChangeAspect="1"/>
          </p:cNvPicPr>
          <p:nvPr/>
        </p:nvPicPr>
        <p:blipFill>
          <a:blip r:embed="rId3"/>
          <a:srcRect t="49360" r="68851" b="45400"/>
          <a:stretch>
            <a:fillRect/>
          </a:stretch>
        </p:blipFill>
        <p:spPr>
          <a:xfrm>
            <a:off x="490216" y="323388"/>
            <a:ext cx="2422668" cy="812755"/>
          </a:xfrm>
          <a:prstGeom prst="rect">
            <a:avLst/>
          </a:prstGeom>
          <a:ln w="12700">
            <a:miter lim="400000"/>
          </a:ln>
        </p:spPr>
      </p:pic>
      <p:pic>
        <p:nvPicPr>
          <p:cNvPr id="165" name="Picture 9" descr="Picture 9"/>
          <p:cNvPicPr>
            <a:picLocks noChangeAspect="1"/>
          </p:cNvPicPr>
          <p:nvPr/>
        </p:nvPicPr>
        <p:blipFill>
          <a:blip r:embed="rId4"/>
          <a:srcRect l="26846" t="13787" r="21180" b="2382"/>
          <a:stretch>
            <a:fillRect/>
          </a:stretch>
        </p:blipFill>
        <p:spPr>
          <a:xfrm>
            <a:off x="6894485" y="404037"/>
            <a:ext cx="4834736" cy="5199000"/>
          </a:xfrm>
          <a:prstGeom prst="rect">
            <a:avLst/>
          </a:prstGeom>
          <a:ln w="12700">
            <a:miter lim="400000"/>
          </a:ln>
        </p:spPr>
      </p:pic>
      <p:sp>
        <p:nvSpPr>
          <p:cNvPr id="16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Title slide with two images">
    <p:spTree>
      <p:nvGrpSpPr>
        <p:cNvPr id="1" name=""/>
        <p:cNvGrpSpPr/>
        <p:nvPr/>
      </p:nvGrpSpPr>
      <p:grpSpPr>
        <a:xfrm>
          <a:off x="0" y="0"/>
          <a:ext cx="0" cy="0"/>
          <a:chOff x="0" y="0"/>
          <a:chExt cx="0" cy="0"/>
        </a:xfrm>
      </p:grpSpPr>
      <p:pic>
        <p:nvPicPr>
          <p:cNvPr id="173" name="Picture 2" descr="Picture 2"/>
          <p:cNvPicPr>
            <a:picLocks noChangeAspect="1"/>
          </p:cNvPicPr>
          <p:nvPr/>
        </p:nvPicPr>
        <p:blipFill>
          <a:blip r:embed="rId2"/>
          <a:stretch>
            <a:fillRect/>
          </a:stretch>
        </p:blipFill>
        <p:spPr>
          <a:xfrm>
            <a:off x="489720" y="5565271"/>
            <a:ext cx="1814148" cy="880396"/>
          </a:xfrm>
          <a:prstGeom prst="rect">
            <a:avLst/>
          </a:prstGeom>
          <a:ln w="12700">
            <a:miter lim="400000"/>
          </a:ln>
        </p:spPr>
      </p:pic>
      <p:sp>
        <p:nvSpPr>
          <p:cNvPr id="174" name="Click to edit title"/>
          <p:cNvSpPr txBox="1">
            <a:spLocks noGrp="1"/>
          </p:cNvSpPr>
          <p:nvPr>
            <p:ph type="title" hasCustomPrompt="1"/>
          </p:nvPr>
        </p:nvSpPr>
        <p:spPr>
          <a:xfrm>
            <a:off x="430279" y="1869345"/>
            <a:ext cx="6506098" cy="865622"/>
          </a:xfrm>
          <a:prstGeom prst="rect">
            <a:avLst/>
          </a:prstGeom>
        </p:spPr>
        <p:txBody>
          <a:bodyPr anchor="t">
            <a:normAutofit/>
          </a:bodyPr>
          <a:lstStyle>
            <a:lvl1pPr>
              <a:lnSpc>
                <a:spcPts val="6600"/>
              </a:lnSpc>
              <a:defRPr sz="5400"/>
            </a:lvl1pPr>
          </a:lstStyle>
          <a:p>
            <a:r>
              <a:t>Click to edit title</a:t>
            </a:r>
          </a:p>
        </p:txBody>
      </p:sp>
      <p:sp>
        <p:nvSpPr>
          <p:cNvPr id="175" name="Body Level One…"/>
          <p:cNvSpPr txBox="1">
            <a:spLocks noGrp="1"/>
          </p:cNvSpPr>
          <p:nvPr>
            <p:ph type="body" sz="quarter" idx="1" hasCustomPrompt="1"/>
          </p:nvPr>
        </p:nvSpPr>
        <p:spPr>
          <a:xfrm>
            <a:off x="430279" y="2806063"/>
            <a:ext cx="6506098" cy="432812"/>
          </a:xfrm>
          <a:prstGeom prst="rect">
            <a:avLst/>
          </a:prstGeom>
        </p:spPr>
        <p:txBody>
          <a:bodyPr>
            <a:normAutofit/>
          </a:bodyPr>
          <a:lstStyle>
            <a:lvl1pPr marL="0" indent="0">
              <a:lnSpc>
                <a:spcPts val="2800"/>
              </a:lnSpc>
              <a:buSzTx/>
              <a:buFontTx/>
              <a:buNone/>
              <a:defRPr sz="2400">
                <a:latin typeface="Barlow Light"/>
                <a:ea typeface="Barlow Light"/>
                <a:cs typeface="Barlow Light"/>
                <a:sym typeface="Barlow Light"/>
              </a:defRPr>
            </a:lvl1pPr>
            <a:lvl2pPr marL="0" indent="457189">
              <a:lnSpc>
                <a:spcPts val="2800"/>
              </a:lnSpc>
              <a:buSzTx/>
              <a:buFontTx/>
              <a:buNone/>
              <a:defRPr sz="2400">
                <a:latin typeface="Barlow Light"/>
                <a:ea typeface="Barlow Light"/>
                <a:cs typeface="Barlow Light"/>
                <a:sym typeface="Barlow Light"/>
              </a:defRPr>
            </a:lvl2pPr>
            <a:lvl3pPr marL="0" indent="914377">
              <a:lnSpc>
                <a:spcPts val="2800"/>
              </a:lnSpc>
              <a:buSzTx/>
              <a:buFontTx/>
              <a:buNone/>
              <a:defRPr sz="2400">
                <a:latin typeface="Barlow Light"/>
                <a:ea typeface="Barlow Light"/>
                <a:cs typeface="Barlow Light"/>
                <a:sym typeface="Barlow Light"/>
              </a:defRPr>
            </a:lvl3pPr>
            <a:lvl4pPr marL="0" indent="1371565">
              <a:lnSpc>
                <a:spcPts val="2800"/>
              </a:lnSpc>
              <a:buSzTx/>
              <a:buFontTx/>
              <a:buNone/>
              <a:defRPr sz="2400">
                <a:latin typeface="Barlow Light"/>
                <a:ea typeface="Barlow Light"/>
                <a:cs typeface="Barlow Light"/>
                <a:sym typeface="Barlow Light"/>
              </a:defRPr>
            </a:lvl4pPr>
            <a:lvl5pPr marL="0" indent="1828754">
              <a:lnSpc>
                <a:spcPts val="2800"/>
              </a:lnSpc>
              <a:buSzTx/>
              <a:buFontTx/>
              <a:buNone/>
              <a:defRPr sz="2400">
                <a:latin typeface="Barlow Light"/>
                <a:ea typeface="Barlow Light"/>
                <a:cs typeface="Barlow Light"/>
                <a:sym typeface="Barlow Light"/>
              </a:defRPr>
            </a:lvl5pPr>
          </a:lstStyle>
          <a:p>
            <a:r>
              <a:t>Click to edit subtitle</a:t>
            </a:r>
          </a:p>
          <a:p>
            <a:pPr lvl="1"/>
            <a:endParaRPr/>
          </a:p>
          <a:p>
            <a:pPr lvl="2"/>
            <a:endParaRPr/>
          </a:p>
          <a:p>
            <a:pPr lvl="3"/>
            <a:endParaRPr/>
          </a:p>
          <a:p>
            <a:pPr lvl="4"/>
            <a:endParaRPr/>
          </a:p>
        </p:txBody>
      </p:sp>
      <p:sp>
        <p:nvSpPr>
          <p:cNvPr id="176" name="Text Placeholder 3"/>
          <p:cNvSpPr>
            <a:spLocks noGrp="1"/>
          </p:cNvSpPr>
          <p:nvPr>
            <p:ph type="body" sz="quarter" idx="21" hasCustomPrompt="1"/>
          </p:nvPr>
        </p:nvSpPr>
        <p:spPr>
          <a:xfrm>
            <a:off x="430279" y="3537942"/>
            <a:ext cx="3497817" cy="284579"/>
          </a:xfrm>
          <a:prstGeom prst="rect">
            <a:avLst/>
          </a:prstGeom>
        </p:spPr>
        <p:txBody>
          <a:bodyPr>
            <a:normAutofit/>
          </a:bodyPr>
          <a:lstStyle>
            <a:lvl1pPr marL="0" indent="0" defTabSz="804672">
              <a:spcBef>
                <a:spcPts val="800"/>
              </a:spcBef>
              <a:buSzTx/>
              <a:buFontTx/>
              <a:buNone/>
              <a:defRPr sz="1232" b="1">
                <a:latin typeface="Barlow SemiBold"/>
                <a:ea typeface="Barlow SemiBold"/>
                <a:cs typeface="Barlow SemiBold"/>
                <a:sym typeface="Barlow SemiBold"/>
              </a:defRPr>
            </a:lvl1pPr>
          </a:lstStyle>
          <a:p>
            <a:r>
              <a:t>Presented by Name Lastname</a:t>
            </a:r>
          </a:p>
        </p:txBody>
      </p:sp>
      <p:sp>
        <p:nvSpPr>
          <p:cNvPr id="177" name="Text Placeholder 3"/>
          <p:cNvSpPr>
            <a:spLocks noGrp="1"/>
          </p:cNvSpPr>
          <p:nvPr>
            <p:ph type="body" sz="quarter" idx="22" hasCustomPrompt="1"/>
          </p:nvPr>
        </p:nvSpPr>
        <p:spPr>
          <a:xfrm>
            <a:off x="430279" y="3865934"/>
            <a:ext cx="3497817" cy="284579"/>
          </a:xfrm>
          <a:prstGeom prst="rect">
            <a:avLst/>
          </a:prstGeom>
        </p:spPr>
        <p:txBody>
          <a:bodyPr>
            <a:normAutofit/>
          </a:bodyPr>
          <a:lstStyle>
            <a:lvl1pPr marL="0" indent="0" defTabSz="804672">
              <a:spcBef>
                <a:spcPts val="800"/>
              </a:spcBef>
              <a:buSzTx/>
              <a:buFontTx/>
              <a:buNone/>
              <a:defRPr sz="1232">
                <a:latin typeface="Barlow Light"/>
                <a:ea typeface="Barlow Light"/>
                <a:cs typeface="Barlow Light"/>
                <a:sym typeface="Barlow Light"/>
              </a:defRPr>
            </a:lvl1pPr>
          </a:lstStyle>
          <a:p>
            <a:r>
              <a:t>Day 00 Month, 2021</a:t>
            </a:r>
          </a:p>
        </p:txBody>
      </p:sp>
      <p:pic>
        <p:nvPicPr>
          <p:cNvPr id="178" name="Picture 8" descr="Picture 8"/>
          <p:cNvPicPr>
            <a:picLocks noChangeAspect="1"/>
          </p:cNvPicPr>
          <p:nvPr/>
        </p:nvPicPr>
        <p:blipFill>
          <a:blip r:embed="rId3"/>
          <a:srcRect t="49360" r="68851" b="45400"/>
          <a:stretch>
            <a:fillRect/>
          </a:stretch>
        </p:blipFill>
        <p:spPr>
          <a:xfrm>
            <a:off x="490216" y="323388"/>
            <a:ext cx="2422668" cy="812755"/>
          </a:xfrm>
          <a:prstGeom prst="rect">
            <a:avLst/>
          </a:prstGeom>
          <a:ln w="12700">
            <a:miter lim="400000"/>
          </a:ln>
        </p:spPr>
      </p:pic>
      <p:pic>
        <p:nvPicPr>
          <p:cNvPr id="179" name="Picture 15" descr="Picture 15"/>
          <p:cNvPicPr>
            <a:picLocks noChangeAspect="1"/>
          </p:cNvPicPr>
          <p:nvPr/>
        </p:nvPicPr>
        <p:blipFill>
          <a:blip r:embed="rId3"/>
          <a:srcRect l="52634" t="78297" r="1" b="10594"/>
          <a:stretch>
            <a:fillRect/>
          </a:stretch>
        </p:blipFill>
        <p:spPr>
          <a:xfrm>
            <a:off x="8080512" y="4811775"/>
            <a:ext cx="3683889" cy="1722839"/>
          </a:xfrm>
          <a:prstGeom prst="rect">
            <a:avLst/>
          </a:prstGeom>
          <a:ln w="12700">
            <a:miter lim="400000"/>
          </a:ln>
        </p:spPr>
      </p:pic>
      <p:pic>
        <p:nvPicPr>
          <p:cNvPr id="180" name="Picture 14" descr="Picture 14"/>
          <p:cNvPicPr>
            <a:picLocks noChangeAspect="1"/>
          </p:cNvPicPr>
          <p:nvPr/>
        </p:nvPicPr>
        <p:blipFill>
          <a:blip r:embed="rId4"/>
          <a:srcRect l="7971" t="4838" r="27910"/>
          <a:stretch>
            <a:fillRect/>
          </a:stretch>
        </p:blipFill>
        <p:spPr>
          <a:xfrm>
            <a:off x="7876013" y="452486"/>
            <a:ext cx="4315986" cy="4270344"/>
          </a:xfrm>
          <a:prstGeom prst="rect">
            <a:avLst/>
          </a:prstGeom>
          <a:ln w="12700">
            <a:miter lim="400000"/>
          </a:ln>
        </p:spPr>
      </p:pic>
      <p:pic>
        <p:nvPicPr>
          <p:cNvPr id="181" name="Picture 13" descr="Picture 13"/>
          <p:cNvPicPr>
            <a:picLocks noChangeAspect="1"/>
          </p:cNvPicPr>
          <p:nvPr/>
        </p:nvPicPr>
        <p:blipFill>
          <a:blip r:embed="rId5"/>
          <a:srcRect l="5833" r="5833"/>
          <a:stretch>
            <a:fillRect/>
          </a:stretch>
        </p:blipFill>
        <p:spPr>
          <a:xfrm>
            <a:off x="5722463" y="4722829"/>
            <a:ext cx="2153552" cy="1722839"/>
          </a:xfrm>
          <a:prstGeom prst="rect">
            <a:avLst/>
          </a:prstGeom>
          <a:ln w="12700">
            <a:miter lim="400000"/>
          </a:ln>
        </p:spPr>
      </p:pic>
      <p:pic>
        <p:nvPicPr>
          <p:cNvPr id="182" name="Picture 10" descr="Picture 10"/>
          <p:cNvPicPr>
            <a:picLocks noChangeAspect="1"/>
          </p:cNvPicPr>
          <p:nvPr/>
        </p:nvPicPr>
        <p:blipFill>
          <a:blip r:embed="rId3"/>
          <a:srcRect l="37923" t="71919" r="51711" b="23057"/>
          <a:stretch>
            <a:fillRect/>
          </a:stretch>
        </p:blipFill>
        <p:spPr>
          <a:xfrm>
            <a:off x="6936377" y="3822520"/>
            <a:ext cx="806207" cy="779298"/>
          </a:xfrm>
          <a:prstGeom prst="rect">
            <a:avLst/>
          </a:prstGeom>
          <a:ln w="12700">
            <a:miter lim="400000"/>
          </a:ln>
        </p:spPr>
      </p:pic>
      <p:sp>
        <p:nvSpPr>
          <p:cNvPr id="18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Sample_Section title">
    <p:spTree>
      <p:nvGrpSpPr>
        <p:cNvPr id="1" name=""/>
        <p:cNvGrpSpPr/>
        <p:nvPr/>
      </p:nvGrpSpPr>
      <p:grpSpPr>
        <a:xfrm>
          <a:off x="0" y="0"/>
          <a:ext cx="0" cy="0"/>
          <a:chOff x="0" y="0"/>
          <a:chExt cx="0" cy="0"/>
        </a:xfrm>
      </p:grpSpPr>
      <p:pic>
        <p:nvPicPr>
          <p:cNvPr id="190" name="Picture 2" descr="Picture 2"/>
          <p:cNvPicPr>
            <a:picLocks noChangeAspect="1"/>
          </p:cNvPicPr>
          <p:nvPr/>
        </p:nvPicPr>
        <p:blipFill>
          <a:blip r:embed="rId2"/>
          <a:stretch>
            <a:fillRect/>
          </a:stretch>
        </p:blipFill>
        <p:spPr>
          <a:xfrm>
            <a:off x="489720" y="5565271"/>
            <a:ext cx="1814148" cy="880396"/>
          </a:xfrm>
          <a:prstGeom prst="rect">
            <a:avLst/>
          </a:prstGeom>
          <a:ln w="12700">
            <a:miter lim="400000"/>
          </a:ln>
        </p:spPr>
      </p:pic>
      <p:sp>
        <p:nvSpPr>
          <p:cNvPr id="191" name="Facilities and services"/>
          <p:cNvSpPr txBox="1">
            <a:spLocks noGrp="1"/>
          </p:cNvSpPr>
          <p:nvPr>
            <p:ph type="title" hasCustomPrompt="1"/>
          </p:nvPr>
        </p:nvSpPr>
        <p:spPr>
          <a:xfrm>
            <a:off x="430279" y="1869345"/>
            <a:ext cx="7671730" cy="1781257"/>
          </a:xfrm>
          <a:prstGeom prst="rect">
            <a:avLst/>
          </a:prstGeom>
        </p:spPr>
        <p:txBody>
          <a:bodyPr anchor="t">
            <a:normAutofit/>
          </a:bodyPr>
          <a:lstStyle>
            <a:lvl1pPr>
              <a:lnSpc>
                <a:spcPct val="100000"/>
              </a:lnSpc>
              <a:defRPr sz="5400"/>
            </a:lvl1pPr>
          </a:lstStyle>
          <a:p>
            <a:r>
              <a:t>Facilities and services</a:t>
            </a:r>
          </a:p>
        </p:txBody>
      </p:sp>
      <p:pic>
        <p:nvPicPr>
          <p:cNvPr id="192" name="Picture 8" descr="Picture 8"/>
          <p:cNvPicPr>
            <a:picLocks noChangeAspect="1"/>
          </p:cNvPicPr>
          <p:nvPr/>
        </p:nvPicPr>
        <p:blipFill>
          <a:blip r:embed="rId3"/>
          <a:srcRect l="52909" t="68124" r="2" b="12203"/>
          <a:stretch>
            <a:fillRect/>
          </a:stretch>
        </p:blipFill>
        <p:spPr>
          <a:xfrm>
            <a:off x="8102009" y="3233853"/>
            <a:ext cx="3662392" cy="3051200"/>
          </a:xfrm>
          <a:prstGeom prst="rect">
            <a:avLst/>
          </a:prstGeom>
          <a:ln w="12700">
            <a:miter lim="400000"/>
          </a:ln>
        </p:spPr>
      </p:pic>
      <p:pic>
        <p:nvPicPr>
          <p:cNvPr id="193" name="Picture 9" descr="Picture 9"/>
          <p:cNvPicPr>
            <a:picLocks noChangeAspect="1"/>
          </p:cNvPicPr>
          <p:nvPr/>
        </p:nvPicPr>
        <p:blipFill>
          <a:blip r:embed="rId3"/>
          <a:srcRect l="3874" t="49360" r="52758" b="42026"/>
          <a:stretch>
            <a:fillRect/>
          </a:stretch>
        </p:blipFill>
        <p:spPr>
          <a:xfrm>
            <a:off x="271666" y="323388"/>
            <a:ext cx="3372989" cy="1336080"/>
          </a:xfrm>
          <a:prstGeom prst="rect">
            <a:avLst/>
          </a:prstGeom>
          <a:ln w="12700">
            <a:miter lim="400000"/>
          </a:ln>
        </p:spPr>
      </p:pic>
      <p:sp>
        <p:nvSpPr>
          <p:cNvPr id="194" name="Rectangle 13"/>
          <p:cNvSpPr/>
          <p:nvPr/>
        </p:nvSpPr>
        <p:spPr>
          <a:xfrm>
            <a:off x="8287473" y="6445667"/>
            <a:ext cx="3476928" cy="412334"/>
          </a:xfrm>
          <a:prstGeom prst="rect">
            <a:avLst/>
          </a:prstGeom>
          <a:solidFill>
            <a:schemeClr val="accent2"/>
          </a:solidFill>
          <a:ln w="12700">
            <a:miter lim="400000"/>
          </a:ln>
        </p:spPr>
        <p:txBody>
          <a:bodyPr lIns="45719" rIns="45719" anchor="ctr"/>
          <a:lstStyle/>
          <a:p>
            <a:pPr algn="ctr">
              <a:defRPr>
                <a:solidFill>
                  <a:schemeClr val="accent6">
                    <a:lumOff val="5098"/>
                  </a:schemeClr>
                </a:solidFill>
              </a:defRPr>
            </a:pPr>
            <a:endParaRPr/>
          </a:p>
        </p:txBody>
      </p:sp>
      <p:sp>
        <p:nvSpPr>
          <p:cNvPr id="1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Sample_Body slide no image">
    <p:spTree>
      <p:nvGrpSpPr>
        <p:cNvPr id="1" name=""/>
        <p:cNvGrpSpPr/>
        <p:nvPr/>
      </p:nvGrpSpPr>
      <p:grpSpPr>
        <a:xfrm>
          <a:off x="0" y="0"/>
          <a:ext cx="0" cy="0"/>
          <a:chOff x="0" y="0"/>
          <a:chExt cx="0" cy="0"/>
        </a:xfrm>
      </p:grpSpPr>
      <p:sp>
        <p:nvSpPr>
          <p:cNvPr id="202" name="Swinburne empowers you to make the most of your experience"/>
          <p:cNvSpPr txBox="1">
            <a:spLocks noGrp="1"/>
          </p:cNvSpPr>
          <p:nvPr>
            <p:ph type="title" hasCustomPrompt="1"/>
          </p:nvPr>
        </p:nvSpPr>
        <p:spPr>
          <a:xfrm>
            <a:off x="430279" y="449926"/>
            <a:ext cx="9687755" cy="1077219"/>
          </a:xfrm>
          <a:prstGeom prst="rect">
            <a:avLst/>
          </a:prstGeom>
        </p:spPr>
        <p:txBody>
          <a:bodyPr anchor="t">
            <a:normAutofit/>
          </a:bodyPr>
          <a:lstStyle>
            <a:lvl1pPr>
              <a:lnSpc>
                <a:spcPct val="100000"/>
              </a:lnSpc>
              <a:defRPr sz="3200"/>
            </a:lvl1pPr>
          </a:lstStyle>
          <a:p>
            <a:r>
              <a:t>Swinburne empowers you to make the most of your experience</a:t>
            </a:r>
          </a:p>
        </p:txBody>
      </p:sp>
      <p:pic>
        <p:nvPicPr>
          <p:cNvPr id="203" name="Picture 6" descr="Picture 6"/>
          <p:cNvPicPr>
            <a:picLocks noChangeAspect="1"/>
          </p:cNvPicPr>
          <p:nvPr/>
        </p:nvPicPr>
        <p:blipFill>
          <a:blip r:embed="rId2"/>
          <a:srcRect l="79226" t="68124" b="10595"/>
          <a:stretch>
            <a:fillRect/>
          </a:stretch>
        </p:blipFill>
        <p:spPr>
          <a:xfrm>
            <a:off x="10260623" y="211343"/>
            <a:ext cx="1615639" cy="3300760"/>
          </a:xfrm>
          <a:prstGeom prst="rect">
            <a:avLst/>
          </a:prstGeom>
          <a:ln w="12700">
            <a:miter lim="400000"/>
          </a:ln>
        </p:spPr>
      </p:pic>
      <p:pic>
        <p:nvPicPr>
          <p:cNvPr id="204" name="Picture 8" descr="Picture 8"/>
          <p:cNvPicPr>
            <a:picLocks noChangeAspect="1"/>
          </p:cNvPicPr>
          <p:nvPr/>
        </p:nvPicPr>
        <p:blipFill>
          <a:blip r:embed="rId3"/>
          <a:stretch>
            <a:fillRect/>
          </a:stretch>
        </p:blipFill>
        <p:spPr>
          <a:xfrm>
            <a:off x="10886515" y="6104792"/>
            <a:ext cx="989747" cy="480319"/>
          </a:xfrm>
          <a:prstGeom prst="rect">
            <a:avLst/>
          </a:prstGeom>
          <a:ln w="12700">
            <a:miter lim="400000"/>
          </a:ln>
        </p:spPr>
      </p:pic>
      <p:sp>
        <p:nvSpPr>
          <p:cNvPr id="205" name="Body Level One…"/>
          <p:cNvSpPr txBox="1">
            <a:spLocks noGrp="1"/>
          </p:cNvSpPr>
          <p:nvPr>
            <p:ph type="body" sz="quarter" idx="1" hasCustomPrompt="1"/>
          </p:nvPr>
        </p:nvSpPr>
        <p:spPr>
          <a:xfrm>
            <a:off x="430279" y="1832143"/>
            <a:ext cx="9687755" cy="517526"/>
          </a:xfrm>
          <a:prstGeom prst="rect">
            <a:avLst/>
          </a:prstGeom>
        </p:spPr>
        <p:txBody>
          <a:bodyPr>
            <a:normAutofit/>
          </a:bodyPr>
          <a:lstStyle>
            <a:lvl1pPr marL="0" indent="0">
              <a:buSzTx/>
              <a:buFontTx/>
              <a:buNone/>
              <a:defRPr sz="1600" b="1">
                <a:latin typeface="Open Sans SemiBold"/>
                <a:ea typeface="Open Sans SemiBold"/>
                <a:cs typeface="Open Sans SemiBold"/>
                <a:sym typeface="Open Sans Semibold"/>
              </a:defRPr>
            </a:lvl1pPr>
            <a:lvl2pPr marL="609600" indent="-152400">
              <a:buFontTx/>
              <a:defRPr sz="1600" b="1">
                <a:latin typeface="Open Sans SemiBold"/>
                <a:ea typeface="Open Sans SemiBold"/>
                <a:cs typeface="Open Sans SemiBold"/>
                <a:sym typeface="Open Sans Semibold"/>
              </a:defRPr>
            </a:lvl2pPr>
            <a:lvl3pPr marL="1097280" indent="-182880">
              <a:buFontTx/>
              <a:defRPr sz="1600" b="1">
                <a:latin typeface="Open Sans SemiBold"/>
                <a:ea typeface="Open Sans SemiBold"/>
                <a:cs typeface="Open Sans SemiBold"/>
                <a:sym typeface="Open Sans Semibold"/>
              </a:defRPr>
            </a:lvl3pPr>
            <a:lvl4pPr marL="1574800" indent="-203200">
              <a:buFontTx/>
              <a:defRPr sz="1600" b="1">
                <a:latin typeface="Open Sans SemiBold"/>
                <a:ea typeface="Open Sans SemiBold"/>
                <a:cs typeface="Open Sans SemiBold"/>
                <a:sym typeface="Open Sans Semibold"/>
              </a:defRPr>
            </a:lvl4pPr>
            <a:lvl5pPr marL="2032000" indent="-203200">
              <a:buFontTx/>
              <a:defRPr sz="1600" b="1">
                <a:latin typeface="Open Sans SemiBold"/>
                <a:ea typeface="Open Sans SemiBold"/>
                <a:cs typeface="Open Sans SemiBold"/>
                <a:sym typeface="Open Sans Semibold"/>
              </a:defRPr>
            </a:lvl5pPr>
          </a:lstStyle>
          <a:p>
            <a:r>
              <a:t>Swinburne has a wide range of facilities and support services</a:t>
            </a:r>
          </a:p>
          <a:p>
            <a:pPr lvl="1"/>
            <a:endParaRPr/>
          </a:p>
          <a:p>
            <a:pPr lvl="2"/>
            <a:endParaRPr/>
          </a:p>
          <a:p>
            <a:pPr lvl="3"/>
            <a:endParaRPr/>
          </a:p>
          <a:p>
            <a:pPr lvl="4"/>
            <a:endParaRPr/>
          </a:p>
        </p:txBody>
      </p:sp>
      <p:sp>
        <p:nvSpPr>
          <p:cNvPr id="206" name="Text Placeholder 7"/>
          <p:cNvSpPr>
            <a:spLocks noGrp="1"/>
          </p:cNvSpPr>
          <p:nvPr>
            <p:ph type="body" sz="quarter" idx="21" hasCustomPrompt="1"/>
          </p:nvPr>
        </p:nvSpPr>
        <p:spPr>
          <a:xfrm>
            <a:off x="430279" y="6335872"/>
            <a:ext cx="5049839" cy="249237"/>
          </a:xfrm>
          <a:prstGeom prst="rect">
            <a:avLst/>
          </a:prstGeom>
        </p:spPr>
        <p:txBody>
          <a:bodyPr>
            <a:normAutofit/>
          </a:bodyPr>
          <a:lstStyle>
            <a:lvl1pPr marL="0" indent="0">
              <a:buSzTx/>
              <a:buFontTx/>
              <a:buNone/>
              <a:defRPr sz="800"/>
            </a:lvl1pPr>
          </a:lstStyle>
          <a:p>
            <a:r>
              <a:t>Footnotes can go here</a:t>
            </a:r>
          </a:p>
        </p:txBody>
      </p:sp>
      <p:sp>
        <p:nvSpPr>
          <p:cNvPr id="20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Sample_Body slide with image">
    <p:spTree>
      <p:nvGrpSpPr>
        <p:cNvPr id="1" name=""/>
        <p:cNvGrpSpPr/>
        <p:nvPr/>
      </p:nvGrpSpPr>
      <p:grpSpPr>
        <a:xfrm>
          <a:off x="0" y="0"/>
          <a:ext cx="0" cy="0"/>
          <a:chOff x="0" y="0"/>
          <a:chExt cx="0" cy="0"/>
        </a:xfrm>
      </p:grpSpPr>
      <p:sp>
        <p:nvSpPr>
          <p:cNvPr id="214" name="Safety on campus"/>
          <p:cNvSpPr txBox="1">
            <a:spLocks noGrp="1"/>
          </p:cNvSpPr>
          <p:nvPr>
            <p:ph type="title" hasCustomPrompt="1"/>
          </p:nvPr>
        </p:nvSpPr>
        <p:spPr>
          <a:xfrm>
            <a:off x="430279" y="449926"/>
            <a:ext cx="7152863" cy="584777"/>
          </a:xfrm>
          <a:prstGeom prst="rect">
            <a:avLst/>
          </a:prstGeom>
        </p:spPr>
        <p:txBody>
          <a:bodyPr anchor="t">
            <a:normAutofit/>
          </a:bodyPr>
          <a:lstStyle>
            <a:lvl1pPr>
              <a:lnSpc>
                <a:spcPct val="100000"/>
              </a:lnSpc>
              <a:defRPr sz="3200"/>
            </a:lvl1pPr>
          </a:lstStyle>
          <a:p>
            <a:r>
              <a:t>Safety on campus</a:t>
            </a:r>
          </a:p>
        </p:txBody>
      </p:sp>
      <p:pic>
        <p:nvPicPr>
          <p:cNvPr id="215" name="Picture 8" descr="Picture 8"/>
          <p:cNvPicPr>
            <a:picLocks noChangeAspect="1"/>
          </p:cNvPicPr>
          <p:nvPr/>
        </p:nvPicPr>
        <p:blipFill>
          <a:blip r:embed="rId2"/>
          <a:stretch>
            <a:fillRect/>
          </a:stretch>
        </p:blipFill>
        <p:spPr>
          <a:xfrm>
            <a:off x="10886515" y="6104792"/>
            <a:ext cx="989747" cy="480319"/>
          </a:xfrm>
          <a:prstGeom prst="rect">
            <a:avLst/>
          </a:prstGeom>
          <a:ln w="12700">
            <a:miter lim="400000"/>
          </a:ln>
        </p:spPr>
      </p:pic>
      <p:pic>
        <p:nvPicPr>
          <p:cNvPr id="216" name="Picture 7" descr="Picture 7"/>
          <p:cNvPicPr>
            <a:picLocks noChangeAspect="1"/>
          </p:cNvPicPr>
          <p:nvPr/>
        </p:nvPicPr>
        <p:blipFill>
          <a:blip r:embed="rId3"/>
          <a:srcRect l="47527" t="78866" r="1" b="14827"/>
          <a:stretch>
            <a:fillRect/>
          </a:stretch>
        </p:blipFill>
        <p:spPr>
          <a:xfrm>
            <a:off x="7683334" y="4899990"/>
            <a:ext cx="4081067" cy="978297"/>
          </a:xfrm>
          <a:prstGeom prst="rect">
            <a:avLst/>
          </a:prstGeom>
          <a:ln w="12700">
            <a:miter lim="400000"/>
          </a:ln>
        </p:spPr>
      </p:pic>
      <p:sp>
        <p:nvSpPr>
          <p:cNvPr id="217" name="Body Level One…"/>
          <p:cNvSpPr txBox="1">
            <a:spLocks noGrp="1"/>
          </p:cNvSpPr>
          <p:nvPr>
            <p:ph type="body" sz="quarter" idx="1" hasCustomPrompt="1"/>
          </p:nvPr>
        </p:nvSpPr>
        <p:spPr>
          <a:xfrm>
            <a:off x="430279" y="1508851"/>
            <a:ext cx="7152863" cy="517526"/>
          </a:xfrm>
          <a:prstGeom prst="rect">
            <a:avLst/>
          </a:prstGeom>
        </p:spPr>
        <p:txBody>
          <a:bodyPr>
            <a:normAutofit/>
          </a:bodyPr>
          <a:lstStyle>
            <a:lvl1pPr marL="0" indent="0">
              <a:buSzTx/>
              <a:buFontTx/>
              <a:buNone/>
              <a:defRPr sz="1600" b="1">
                <a:latin typeface="Open Sans SemiBold"/>
                <a:ea typeface="Open Sans SemiBold"/>
                <a:cs typeface="Open Sans SemiBold"/>
                <a:sym typeface="Open Sans Semibold"/>
              </a:defRPr>
            </a:lvl1pPr>
            <a:lvl2pPr marL="609600" indent="-152400">
              <a:buFontTx/>
              <a:defRPr sz="1600" b="1">
                <a:latin typeface="Open Sans SemiBold"/>
                <a:ea typeface="Open Sans SemiBold"/>
                <a:cs typeface="Open Sans SemiBold"/>
                <a:sym typeface="Open Sans Semibold"/>
              </a:defRPr>
            </a:lvl2pPr>
            <a:lvl3pPr marL="1097280" indent="-182880">
              <a:buFontTx/>
              <a:defRPr sz="1600" b="1">
                <a:latin typeface="Open Sans SemiBold"/>
                <a:ea typeface="Open Sans SemiBold"/>
                <a:cs typeface="Open Sans SemiBold"/>
                <a:sym typeface="Open Sans Semibold"/>
              </a:defRPr>
            </a:lvl3pPr>
            <a:lvl4pPr marL="1574800" indent="-203200">
              <a:buFontTx/>
              <a:defRPr sz="1600" b="1">
                <a:latin typeface="Open Sans SemiBold"/>
                <a:ea typeface="Open Sans SemiBold"/>
                <a:cs typeface="Open Sans SemiBold"/>
                <a:sym typeface="Open Sans Semibold"/>
              </a:defRPr>
            </a:lvl4pPr>
            <a:lvl5pPr marL="2032000" indent="-203200">
              <a:buFontTx/>
              <a:defRPr sz="1600" b="1">
                <a:latin typeface="Open Sans SemiBold"/>
                <a:ea typeface="Open Sans SemiBold"/>
                <a:cs typeface="Open Sans SemiBold"/>
                <a:sym typeface="Open Sans Semibold"/>
              </a:defRPr>
            </a:lvl5pPr>
          </a:lstStyle>
          <a:p>
            <a:r>
              <a:t>Swinburne takes safety and security very seriously.</a:t>
            </a:r>
          </a:p>
          <a:p>
            <a:pPr lvl="1"/>
            <a:endParaRPr/>
          </a:p>
          <a:p>
            <a:pPr lvl="2"/>
            <a:endParaRPr/>
          </a:p>
          <a:p>
            <a:pPr lvl="3"/>
            <a:endParaRPr/>
          </a:p>
          <a:p>
            <a:pPr lvl="4"/>
            <a:endParaRPr/>
          </a:p>
        </p:txBody>
      </p:sp>
      <p:sp>
        <p:nvSpPr>
          <p:cNvPr id="218" name="Text Placeholder 7"/>
          <p:cNvSpPr>
            <a:spLocks noGrp="1"/>
          </p:cNvSpPr>
          <p:nvPr>
            <p:ph type="body" sz="quarter" idx="21" hasCustomPrompt="1"/>
          </p:nvPr>
        </p:nvSpPr>
        <p:spPr>
          <a:xfrm>
            <a:off x="430279" y="6335872"/>
            <a:ext cx="5049839" cy="249237"/>
          </a:xfrm>
          <a:prstGeom prst="rect">
            <a:avLst/>
          </a:prstGeom>
        </p:spPr>
        <p:txBody>
          <a:bodyPr>
            <a:normAutofit/>
          </a:bodyPr>
          <a:lstStyle>
            <a:lvl1pPr marL="0" indent="0">
              <a:buSzTx/>
              <a:buFontTx/>
              <a:buNone/>
              <a:defRPr sz="800"/>
            </a:lvl1pPr>
          </a:lstStyle>
          <a:p>
            <a:r>
              <a:t>Footnotes can go here</a:t>
            </a:r>
          </a:p>
        </p:txBody>
      </p:sp>
      <p:pic>
        <p:nvPicPr>
          <p:cNvPr id="219" name="Picture 18" descr="Picture 18"/>
          <p:cNvPicPr>
            <a:picLocks noChangeAspect="1"/>
          </p:cNvPicPr>
          <p:nvPr/>
        </p:nvPicPr>
        <p:blipFill>
          <a:blip r:embed="rId4"/>
          <a:srcRect l="9966" t="12338" r="26401" b="3539"/>
          <a:stretch>
            <a:fillRect/>
          </a:stretch>
        </p:blipFill>
        <p:spPr>
          <a:xfrm>
            <a:off x="7876015" y="449927"/>
            <a:ext cx="4315986" cy="4270343"/>
          </a:xfrm>
          <a:prstGeom prst="rect">
            <a:avLst/>
          </a:prstGeom>
          <a:ln w="12700">
            <a:miter lim="400000"/>
          </a:ln>
        </p:spPr>
      </p:pic>
      <p:sp>
        <p:nvSpPr>
          <p:cNvPr id="22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1_Sample_Body slide with table">
    <p:spTree>
      <p:nvGrpSpPr>
        <p:cNvPr id="1" name=""/>
        <p:cNvGrpSpPr/>
        <p:nvPr/>
      </p:nvGrpSpPr>
      <p:grpSpPr>
        <a:xfrm>
          <a:off x="0" y="0"/>
          <a:ext cx="0" cy="0"/>
          <a:chOff x="0" y="0"/>
          <a:chExt cx="0" cy="0"/>
        </a:xfrm>
      </p:grpSpPr>
      <p:sp>
        <p:nvSpPr>
          <p:cNvPr id="227" name="How a table slide can appear"/>
          <p:cNvSpPr txBox="1">
            <a:spLocks noGrp="1"/>
          </p:cNvSpPr>
          <p:nvPr>
            <p:ph type="title" hasCustomPrompt="1"/>
          </p:nvPr>
        </p:nvSpPr>
        <p:spPr>
          <a:xfrm>
            <a:off x="430279" y="449926"/>
            <a:ext cx="10681670" cy="584777"/>
          </a:xfrm>
          <a:prstGeom prst="rect">
            <a:avLst/>
          </a:prstGeom>
        </p:spPr>
        <p:txBody>
          <a:bodyPr anchor="t">
            <a:normAutofit/>
          </a:bodyPr>
          <a:lstStyle>
            <a:lvl1pPr>
              <a:lnSpc>
                <a:spcPct val="100000"/>
              </a:lnSpc>
              <a:defRPr sz="3200"/>
            </a:lvl1pPr>
          </a:lstStyle>
          <a:p>
            <a:r>
              <a:t>How a table slide can appear</a:t>
            </a:r>
          </a:p>
        </p:txBody>
      </p:sp>
      <p:pic>
        <p:nvPicPr>
          <p:cNvPr id="228" name="Picture 8" descr="Picture 8"/>
          <p:cNvPicPr>
            <a:picLocks noChangeAspect="1"/>
          </p:cNvPicPr>
          <p:nvPr/>
        </p:nvPicPr>
        <p:blipFill>
          <a:blip r:embed="rId2"/>
          <a:stretch>
            <a:fillRect/>
          </a:stretch>
        </p:blipFill>
        <p:spPr>
          <a:xfrm>
            <a:off x="10886515" y="6104792"/>
            <a:ext cx="989747" cy="480319"/>
          </a:xfrm>
          <a:prstGeom prst="rect">
            <a:avLst/>
          </a:prstGeom>
          <a:ln w="12700">
            <a:miter lim="400000"/>
          </a:ln>
        </p:spPr>
      </p:pic>
      <p:sp>
        <p:nvSpPr>
          <p:cNvPr id="229" name="Body Level One…"/>
          <p:cNvSpPr txBox="1">
            <a:spLocks noGrp="1"/>
          </p:cNvSpPr>
          <p:nvPr>
            <p:ph type="body" sz="quarter" idx="1" hasCustomPrompt="1"/>
          </p:nvPr>
        </p:nvSpPr>
        <p:spPr>
          <a:xfrm>
            <a:off x="430279" y="2247150"/>
            <a:ext cx="10681668" cy="277000"/>
          </a:xfrm>
          <a:prstGeom prst="rect">
            <a:avLst/>
          </a:prstGeom>
        </p:spPr>
        <p:txBody>
          <a:bodyPr>
            <a:normAutofit/>
          </a:bodyPr>
          <a:lstStyle>
            <a:lvl1pPr marL="0" indent="0">
              <a:lnSpc>
                <a:spcPct val="100000"/>
              </a:lnSpc>
              <a:buSzTx/>
              <a:buFontTx/>
              <a:buNone/>
              <a:defRPr sz="1200"/>
            </a:lvl1pPr>
            <a:lvl2pPr marL="0" indent="457189">
              <a:lnSpc>
                <a:spcPct val="100000"/>
              </a:lnSpc>
              <a:buSzTx/>
              <a:buFontTx/>
              <a:buNone/>
              <a:defRPr sz="1200"/>
            </a:lvl2pPr>
            <a:lvl3pPr marL="0" indent="914377">
              <a:lnSpc>
                <a:spcPct val="100000"/>
              </a:lnSpc>
              <a:buSzTx/>
              <a:buFontTx/>
              <a:buNone/>
              <a:defRPr sz="1200"/>
            </a:lvl3pPr>
            <a:lvl4pPr marL="0" indent="1371565">
              <a:lnSpc>
                <a:spcPct val="100000"/>
              </a:lnSpc>
              <a:buSzTx/>
              <a:buFontTx/>
              <a:buNone/>
              <a:defRPr sz="1200"/>
            </a:lvl4pPr>
            <a:lvl5pPr marL="0" indent="1828754">
              <a:lnSpc>
                <a:spcPct val="100000"/>
              </a:lnSpc>
              <a:buSzTx/>
              <a:buFontTx/>
              <a:buNone/>
              <a:defRPr sz="1200"/>
            </a:lvl5pPr>
          </a:lstStyle>
          <a:p>
            <a:r>
              <a:t>You may add some body text to explain your table.</a:t>
            </a:r>
          </a:p>
          <a:p>
            <a:pPr lvl="1"/>
            <a:endParaRPr/>
          </a:p>
          <a:p>
            <a:pPr lvl="2"/>
            <a:endParaRPr/>
          </a:p>
          <a:p>
            <a:pPr lvl="3"/>
            <a:endParaRPr/>
          </a:p>
          <a:p>
            <a:pPr lvl="4"/>
            <a:endParaRPr/>
          </a:p>
        </p:txBody>
      </p:sp>
      <p:sp>
        <p:nvSpPr>
          <p:cNvPr id="230" name="Text Placeholder 4"/>
          <p:cNvSpPr>
            <a:spLocks noGrp="1"/>
          </p:cNvSpPr>
          <p:nvPr>
            <p:ph type="body" sz="quarter" idx="21" hasCustomPrompt="1"/>
          </p:nvPr>
        </p:nvSpPr>
        <p:spPr>
          <a:xfrm>
            <a:off x="430279" y="1508851"/>
            <a:ext cx="10681670" cy="517526"/>
          </a:xfrm>
          <a:prstGeom prst="rect">
            <a:avLst/>
          </a:prstGeom>
        </p:spPr>
        <p:txBody>
          <a:bodyPr>
            <a:normAutofit/>
          </a:bodyPr>
          <a:lstStyle>
            <a:lvl1pPr marL="0" indent="0">
              <a:buSzTx/>
              <a:buFontTx/>
              <a:buNone/>
              <a:defRPr sz="1600" b="1">
                <a:latin typeface="Open Sans SemiBold"/>
                <a:ea typeface="Open Sans SemiBold"/>
                <a:cs typeface="Open Sans SemiBold"/>
                <a:sym typeface="Open Sans Semibold"/>
              </a:defRPr>
            </a:lvl1pPr>
          </a:lstStyle>
          <a:p>
            <a:r>
              <a:t>These can be useful for displaying statistics and timelines</a:t>
            </a:r>
          </a:p>
        </p:txBody>
      </p:sp>
      <p:sp>
        <p:nvSpPr>
          <p:cNvPr id="231" name="Text Placeholder 7"/>
          <p:cNvSpPr>
            <a:spLocks noGrp="1"/>
          </p:cNvSpPr>
          <p:nvPr>
            <p:ph type="body" sz="quarter" idx="22" hasCustomPrompt="1"/>
          </p:nvPr>
        </p:nvSpPr>
        <p:spPr>
          <a:xfrm>
            <a:off x="430279" y="6335872"/>
            <a:ext cx="5049839" cy="249237"/>
          </a:xfrm>
          <a:prstGeom prst="rect">
            <a:avLst/>
          </a:prstGeom>
        </p:spPr>
        <p:txBody>
          <a:bodyPr>
            <a:normAutofit/>
          </a:bodyPr>
          <a:lstStyle>
            <a:lvl1pPr marL="0" indent="0">
              <a:buSzTx/>
              <a:buFontTx/>
              <a:buNone/>
              <a:defRPr sz="800"/>
            </a:lvl1pPr>
          </a:lstStyle>
          <a:p>
            <a:r>
              <a:t>Footnotes can go here</a:t>
            </a:r>
          </a:p>
        </p:txBody>
      </p:sp>
      <p:sp>
        <p:nvSpPr>
          <p:cNvPr id="23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1_Sample_Body slide no image">
    <p:spTree>
      <p:nvGrpSpPr>
        <p:cNvPr id="1" name=""/>
        <p:cNvGrpSpPr/>
        <p:nvPr/>
      </p:nvGrpSpPr>
      <p:grpSpPr>
        <a:xfrm>
          <a:off x="0" y="0"/>
          <a:ext cx="0" cy="0"/>
          <a:chOff x="0" y="0"/>
          <a:chExt cx="0" cy="0"/>
        </a:xfrm>
      </p:grpSpPr>
      <p:pic>
        <p:nvPicPr>
          <p:cNvPr id="239" name="Picture 6" descr="Picture 6"/>
          <p:cNvPicPr>
            <a:picLocks noChangeAspect="1"/>
          </p:cNvPicPr>
          <p:nvPr/>
        </p:nvPicPr>
        <p:blipFill>
          <a:blip r:embed="rId2"/>
          <a:srcRect l="79226" t="68124" b="10595"/>
          <a:stretch>
            <a:fillRect/>
          </a:stretch>
        </p:blipFill>
        <p:spPr>
          <a:xfrm>
            <a:off x="10260621" y="211343"/>
            <a:ext cx="1615763" cy="3300760"/>
          </a:xfrm>
          <a:prstGeom prst="rect">
            <a:avLst/>
          </a:prstGeom>
          <a:ln w="12700">
            <a:miter lim="400000"/>
          </a:ln>
        </p:spPr>
      </p:pic>
      <p:pic>
        <p:nvPicPr>
          <p:cNvPr id="240" name="Picture 8" descr="Picture 8"/>
          <p:cNvPicPr>
            <a:picLocks noChangeAspect="1"/>
          </p:cNvPicPr>
          <p:nvPr/>
        </p:nvPicPr>
        <p:blipFill>
          <a:blip r:embed="rId3"/>
          <a:stretch>
            <a:fillRect/>
          </a:stretch>
        </p:blipFill>
        <p:spPr>
          <a:xfrm>
            <a:off x="10886515" y="6104792"/>
            <a:ext cx="989747" cy="480319"/>
          </a:xfrm>
          <a:prstGeom prst="rect">
            <a:avLst/>
          </a:prstGeom>
          <a:ln w="12700">
            <a:miter lim="400000"/>
          </a:ln>
        </p:spPr>
      </p:pic>
      <p:sp>
        <p:nvSpPr>
          <p:cNvPr id="241" name="Click to edit title"/>
          <p:cNvSpPr txBox="1">
            <a:spLocks noGrp="1"/>
          </p:cNvSpPr>
          <p:nvPr>
            <p:ph type="title" hasCustomPrompt="1"/>
          </p:nvPr>
        </p:nvSpPr>
        <p:spPr>
          <a:xfrm>
            <a:off x="430279" y="454444"/>
            <a:ext cx="9687757" cy="584776"/>
          </a:xfrm>
          <a:prstGeom prst="rect">
            <a:avLst/>
          </a:prstGeom>
        </p:spPr>
        <p:txBody>
          <a:bodyPr anchor="t">
            <a:normAutofit/>
          </a:bodyPr>
          <a:lstStyle>
            <a:lvl1pPr>
              <a:lnSpc>
                <a:spcPct val="100000"/>
              </a:lnSpc>
              <a:defRPr sz="3200"/>
            </a:lvl1pPr>
          </a:lstStyle>
          <a:p>
            <a:r>
              <a:t>Click to edit title</a:t>
            </a:r>
          </a:p>
        </p:txBody>
      </p:sp>
      <p:sp>
        <p:nvSpPr>
          <p:cNvPr id="242" name="Body Level One…"/>
          <p:cNvSpPr txBox="1">
            <a:spLocks noGrp="1"/>
          </p:cNvSpPr>
          <p:nvPr>
            <p:ph type="body" sz="quarter" idx="1" hasCustomPrompt="1"/>
          </p:nvPr>
        </p:nvSpPr>
        <p:spPr>
          <a:xfrm>
            <a:off x="430279" y="1513368"/>
            <a:ext cx="9687755" cy="517526"/>
          </a:xfrm>
          <a:prstGeom prst="rect">
            <a:avLst/>
          </a:prstGeom>
        </p:spPr>
        <p:txBody>
          <a:bodyPr>
            <a:normAutofit/>
          </a:bodyPr>
          <a:lstStyle>
            <a:lvl1pPr marL="0" indent="0">
              <a:buSzTx/>
              <a:buFontTx/>
              <a:buNone/>
              <a:defRPr sz="1600" b="1">
                <a:latin typeface="Open Sans SemiBold"/>
                <a:ea typeface="Open Sans SemiBold"/>
                <a:cs typeface="Open Sans SemiBold"/>
                <a:sym typeface="Open Sans Semibold"/>
              </a:defRPr>
            </a:lvl1pPr>
            <a:lvl2pPr marL="609600" indent="-152400">
              <a:buFontTx/>
              <a:defRPr sz="1600" b="1">
                <a:latin typeface="Open Sans SemiBold"/>
                <a:ea typeface="Open Sans SemiBold"/>
                <a:cs typeface="Open Sans SemiBold"/>
                <a:sym typeface="Open Sans Semibold"/>
              </a:defRPr>
            </a:lvl2pPr>
            <a:lvl3pPr marL="1097280" indent="-182880">
              <a:buFontTx/>
              <a:defRPr sz="1600" b="1">
                <a:latin typeface="Open Sans SemiBold"/>
                <a:ea typeface="Open Sans SemiBold"/>
                <a:cs typeface="Open Sans SemiBold"/>
                <a:sym typeface="Open Sans Semibold"/>
              </a:defRPr>
            </a:lvl3pPr>
            <a:lvl4pPr marL="1574800" indent="-203200">
              <a:buFontTx/>
              <a:defRPr sz="1600" b="1">
                <a:latin typeface="Open Sans SemiBold"/>
                <a:ea typeface="Open Sans SemiBold"/>
                <a:cs typeface="Open Sans SemiBold"/>
                <a:sym typeface="Open Sans Semibold"/>
              </a:defRPr>
            </a:lvl4pPr>
            <a:lvl5pPr marL="2032000" indent="-203200">
              <a:buFontTx/>
              <a:defRPr sz="1600" b="1">
                <a:latin typeface="Open Sans SemiBold"/>
                <a:ea typeface="Open Sans SemiBold"/>
                <a:cs typeface="Open Sans SemiBold"/>
                <a:sym typeface="Open Sans Semibold"/>
              </a:defRPr>
            </a:lvl5pPr>
          </a:lstStyle>
          <a:p>
            <a:r>
              <a:t>Click to edit subhead</a:t>
            </a:r>
          </a:p>
          <a:p>
            <a:pPr lvl="1"/>
            <a:endParaRPr/>
          </a:p>
          <a:p>
            <a:pPr lvl="2"/>
            <a:endParaRPr/>
          </a:p>
          <a:p>
            <a:pPr lvl="3"/>
            <a:endParaRPr/>
          </a:p>
          <a:p>
            <a:pPr lvl="4"/>
            <a:endParaRPr/>
          </a:p>
        </p:txBody>
      </p:sp>
      <p:sp>
        <p:nvSpPr>
          <p:cNvPr id="243" name="Text Placeholder 19"/>
          <p:cNvSpPr>
            <a:spLocks noGrp="1"/>
          </p:cNvSpPr>
          <p:nvPr>
            <p:ph type="body" sz="quarter" idx="21"/>
          </p:nvPr>
        </p:nvSpPr>
        <p:spPr>
          <a:xfrm>
            <a:off x="430279" y="2930832"/>
            <a:ext cx="7445376" cy="1779587"/>
          </a:xfrm>
          <a:prstGeom prst="rect">
            <a:avLst/>
          </a:prstGeom>
        </p:spPr>
        <p:txBody>
          <a:bodyPr numCol="2" spcCol="457200">
            <a:normAutofit/>
          </a:bodyPr>
          <a:lstStyle/>
          <a:p>
            <a:pPr marL="169862" indent="-169862">
              <a:buFont typeface="Helvetica"/>
              <a:buChar char="–"/>
              <a:defRPr sz="1200"/>
            </a:pPr>
            <a:endParaRPr/>
          </a:p>
        </p:txBody>
      </p:sp>
      <p:sp>
        <p:nvSpPr>
          <p:cNvPr id="244" name="Text Placeholder 7"/>
          <p:cNvSpPr>
            <a:spLocks noGrp="1"/>
          </p:cNvSpPr>
          <p:nvPr>
            <p:ph type="body" sz="quarter" idx="22" hasCustomPrompt="1"/>
          </p:nvPr>
        </p:nvSpPr>
        <p:spPr>
          <a:xfrm>
            <a:off x="430279" y="6335872"/>
            <a:ext cx="5049839" cy="249237"/>
          </a:xfrm>
          <a:prstGeom prst="rect">
            <a:avLst/>
          </a:prstGeom>
        </p:spPr>
        <p:txBody>
          <a:bodyPr>
            <a:normAutofit/>
          </a:bodyPr>
          <a:lstStyle>
            <a:lvl1pPr marL="0" indent="0">
              <a:buSzTx/>
              <a:buFontTx/>
              <a:buNone/>
              <a:defRPr sz="800"/>
            </a:lvl1pPr>
          </a:lstStyle>
          <a:p>
            <a:r>
              <a:t>Footnotes can go here</a:t>
            </a:r>
          </a:p>
        </p:txBody>
      </p:sp>
      <p:sp>
        <p:nvSpPr>
          <p:cNvPr id="2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Thank you">
    <p:spTree>
      <p:nvGrpSpPr>
        <p:cNvPr id="1" name=""/>
        <p:cNvGrpSpPr/>
        <p:nvPr/>
      </p:nvGrpSpPr>
      <p:grpSpPr>
        <a:xfrm>
          <a:off x="0" y="0"/>
          <a:ext cx="0" cy="0"/>
          <a:chOff x="0" y="0"/>
          <a:chExt cx="0" cy="0"/>
        </a:xfrm>
      </p:grpSpPr>
      <p:sp>
        <p:nvSpPr>
          <p:cNvPr id="252" name="Thank you"/>
          <p:cNvSpPr txBox="1">
            <a:spLocks noGrp="1"/>
          </p:cNvSpPr>
          <p:nvPr>
            <p:ph type="title" hasCustomPrompt="1"/>
          </p:nvPr>
        </p:nvSpPr>
        <p:spPr>
          <a:xfrm>
            <a:off x="718928" y="2445780"/>
            <a:ext cx="7152863" cy="865623"/>
          </a:xfrm>
          <a:prstGeom prst="rect">
            <a:avLst/>
          </a:prstGeom>
        </p:spPr>
        <p:txBody>
          <a:bodyPr anchor="t">
            <a:normAutofit/>
          </a:bodyPr>
          <a:lstStyle>
            <a:lvl1pPr>
              <a:lnSpc>
                <a:spcPts val="6600"/>
              </a:lnSpc>
              <a:defRPr sz="5400"/>
            </a:lvl1pPr>
          </a:lstStyle>
          <a:p>
            <a:r>
              <a:t>Thank you</a:t>
            </a:r>
          </a:p>
        </p:txBody>
      </p:sp>
      <p:sp>
        <p:nvSpPr>
          <p:cNvPr id="253" name="Body Level One…"/>
          <p:cNvSpPr txBox="1">
            <a:spLocks noGrp="1"/>
          </p:cNvSpPr>
          <p:nvPr>
            <p:ph type="body" sz="quarter" idx="1" hasCustomPrompt="1"/>
          </p:nvPr>
        </p:nvSpPr>
        <p:spPr>
          <a:xfrm>
            <a:off x="718928" y="4114377"/>
            <a:ext cx="3497817" cy="284579"/>
          </a:xfrm>
          <a:prstGeom prst="rect">
            <a:avLst/>
          </a:prstGeom>
        </p:spPr>
        <p:txBody>
          <a:bodyPr>
            <a:normAutofit/>
          </a:bodyPr>
          <a:lstStyle>
            <a:lvl1pPr marL="0" indent="0">
              <a:buSzTx/>
              <a:buFontTx/>
              <a:buNone/>
              <a:defRPr sz="1400" b="1">
                <a:latin typeface="Barlow SemiBold"/>
                <a:ea typeface="Barlow SemiBold"/>
                <a:cs typeface="Barlow SemiBold"/>
                <a:sym typeface="Barlow SemiBold"/>
              </a:defRPr>
            </a:lvl1pPr>
            <a:lvl2pPr marL="590550" indent="-133350">
              <a:buFontTx/>
              <a:defRPr sz="1400" b="1">
                <a:latin typeface="Barlow SemiBold"/>
                <a:ea typeface="Barlow SemiBold"/>
                <a:cs typeface="Barlow SemiBold"/>
                <a:sym typeface="Barlow SemiBold"/>
              </a:defRPr>
            </a:lvl2pPr>
            <a:lvl3pPr marL="1074419" indent="-160019">
              <a:buFontTx/>
              <a:defRPr sz="1400" b="1">
                <a:latin typeface="Barlow SemiBold"/>
                <a:ea typeface="Barlow SemiBold"/>
                <a:cs typeface="Barlow SemiBold"/>
                <a:sym typeface="Barlow SemiBold"/>
              </a:defRPr>
            </a:lvl3pPr>
            <a:lvl4pPr marL="1549400" indent="-177800">
              <a:buFontTx/>
              <a:defRPr sz="1400" b="1">
                <a:latin typeface="Barlow SemiBold"/>
                <a:ea typeface="Barlow SemiBold"/>
                <a:cs typeface="Barlow SemiBold"/>
                <a:sym typeface="Barlow SemiBold"/>
              </a:defRPr>
            </a:lvl4pPr>
            <a:lvl5pPr marL="2006600" indent="-177800">
              <a:buFontTx/>
              <a:defRPr sz="1400" b="1">
                <a:latin typeface="Barlow SemiBold"/>
                <a:ea typeface="Barlow SemiBold"/>
                <a:cs typeface="Barlow SemiBold"/>
                <a:sym typeface="Barlow SemiBold"/>
              </a:defRPr>
            </a:lvl5pPr>
          </a:lstStyle>
          <a:p>
            <a:r>
              <a:t>Presented by Name Lastname</a:t>
            </a:r>
          </a:p>
          <a:p>
            <a:pPr lvl="1"/>
            <a:endParaRPr/>
          </a:p>
          <a:p>
            <a:pPr lvl="2"/>
            <a:endParaRPr/>
          </a:p>
          <a:p>
            <a:pPr lvl="3"/>
            <a:endParaRPr/>
          </a:p>
          <a:p>
            <a:pPr lvl="4"/>
            <a:endParaRPr/>
          </a:p>
        </p:txBody>
      </p:sp>
      <p:sp>
        <p:nvSpPr>
          <p:cNvPr id="254" name="Text Placeholder 3"/>
          <p:cNvSpPr>
            <a:spLocks noGrp="1"/>
          </p:cNvSpPr>
          <p:nvPr>
            <p:ph type="body" sz="quarter" idx="21" hasCustomPrompt="1"/>
          </p:nvPr>
        </p:nvSpPr>
        <p:spPr>
          <a:xfrm>
            <a:off x="718928" y="4442369"/>
            <a:ext cx="3497817" cy="284579"/>
          </a:xfrm>
          <a:prstGeom prst="rect">
            <a:avLst/>
          </a:prstGeom>
        </p:spPr>
        <p:txBody>
          <a:bodyPr>
            <a:normAutofit/>
          </a:bodyPr>
          <a:lstStyle>
            <a:lvl1pPr marL="0" indent="0" defTabSz="804672">
              <a:spcBef>
                <a:spcPts val="800"/>
              </a:spcBef>
              <a:buSzTx/>
              <a:buFontTx/>
              <a:buNone/>
              <a:defRPr sz="1232">
                <a:latin typeface="Barlow Light"/>
                <a:ea typeface="Barlow Light"/>
                <a:cs typeface="Barlow Light"/>
                <a:sym typeface="Barlow Light"/>
              </a:defRPr>
            </a:lvl1pPr>
          </a:lstStyle>
          <a:p>
            <a:r>
              <a:t>Day 00 Month, 2021</a:t>
            </a:r>
          </a:p>
        </p:txBody>
      </p:sp>
      <p:pic>
        <p:nvPicPr>
          <p:cNvPr id="255" name="Picture 6" descr="Picture 6"/>
          <p:cNvPicPr>
            <a:picLocks noChangeAspect="1"/>
          </p:cNvPicPr>
          <p:nvPr/>
        </p:nvPicPr>
        <p:blipFill>
          <a:blip r:embed="rId2"/>
          <a:srcRect l="52909" t="68124" r="2" b="10595"/>
          <a:stretch>
            <a:fillRect/>
          </a:stretch>
        </p:blipFill>
        <p:spPr>
          <a:xfrm>
            <a:off x="8102009" y="3233853"/>
            <a:ext cx="3662392" cy="3300760"/>
          </a:xfrm>
          <a:prstGeom prst="rect">
            <a:avLst/>
          </a:prstGeom>
          <a:ln w="12700">
            <a:miter lim="400000"/>
          </a:ln>
        </p:spPr>
      </p:pic>
      <p:pic>
        <p:nvPicPr>
          <p:cNvPr id="256" name="Picture 7" descr="Picture 7"/>
          <p:cNvPicPr>
            <a:picLocks noChangeAspect="1"/>
          </p:cNvPicPr>
          <p:nvPr/>
        </p:nvPicPr>
        <p:blipFill>
          <a:blip r:embed="rId3"/>
          <a:stretch>
            <a:fillRect/>
          </a:stretch>
        </p:blipFill>
        <p:spPr>
          <a:xfrm>
            <a:off x="9984685" y="422097"/>
            <a:ext cx="1762622" cy="855391"/>
          </a:xfrm>
          <a:prstGeom prst="rect">
            <a:avLst/>
          </a:prstGeom>
          <a:ln w="12700">
            <a:miter lim="400000"/>
          </a:ln>
        </p:spPr>
      </p:pic>
      <p:pic>
        <p:nvPicPr>
          <p:cNvPr id="257" name="Picture 9" descr="Picture 9"/>
          <p:cNvPicPr>
            <a:picLocks noChangeAspect="1"/>
          </p:cNvPicPr>
          <p:nvPr/>
        </p:nvPicPr>
        <p:blipFill>
          <a:blip r:embed="rId2"/>
          <a:srcRect l="3874" t="49360" r="52758" b="42026"/>
          <a:stretch>
            <a:fillRect/>
          </a:stretch>
        </p:blipFill>
        <p:spPr>
          <a:xfrm>
            <a:off x="271666" y="323388"/>
            <a:ext cx="3372989" cy="1336080"/>
          </a:xfrm>
          <a:prstGeom prst="rect">
            <a:avLst/>
          </a:prstGeom>
          <a:ln w="12700">
            <a:miter lim="400000"/>
          </a:ln>
        </p:spPr>
      </p:pic>
      <p:sp>
        <p:nvSpPr>
          <p:cNvPr id="2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Off val="5098"/>
          </a:schemeClr>
        </a:solidFill>
        <a:effectLst/>
      </p:bgPr>
    </p:bg>
    <p:spTree>
      <p:nvGrpSpPr>
        <p:cNvPr id="1" name=""/>
        <p:cNvGrpSpPr/>
        <p:nvPr/>
      </p:nvGrpSpPr>
      <p:grpSpPr>
        <a:xfrm>
          <a:off x="0" y="0"/>
          <a:ext cx="0" cy="0"/>
          <a:chOff x="0" y="0"/>
          <a:chExt cx="0" cy="0"/>
        </a:xfrm>
      </p:grpSpPr>
      <p:pic>
        <p:nvPicPr>
          <p:cNvPr id="2" name="Picture 8" descr="Picture 8"/>
          <p:cNvPicPr>
            <a:picLocks noChangeAspect="1"/>
          </p:cNvPicPr>
          <p:nvPr/>
        </p:nvPicPr>
        <p:blipFill>
          <a:blip r:embed="rId20"/>
          <a:stretch>
            <a:fillRect/>
          </a:stretch>
        </p:blipFill>
        <p:spPr>
          <a:xfrm>
            <a:off x="9984685" y="422097"/>
            <a:ext cx="1762622" cy="855391"/>
          </a:xfrm>
          <a:prstGeom prst="rect">
            <a:avLst/>
          </a:prstGeom>
          <a:ln w="12700">
            <a:miter lim="400000"/>
          </a:ln>
        </p:spPr>
      </p:pic>
      <p:pic>
        <p:nvPicPr>
          <p:cNvPr id="3" name="Picture 2" descr="Picture 2"/>
          <p:cNvPicPr>
            <a:picLocks noChangeAspect="1"/>
          </p:cNvPicPr>
          <p:nvPr/>
        </p:nvPicPr>
        <p:blipFill>
          <a:blip r:embed="rId20"/>
          <a:stretch>
            <a:fillRect/>
          </a:stretch>
        </p:blipFill>
        <p:spPr>
          <a:xfrm>
            <a:off x="9984685" y="422097"/>
            <a:ext cx="1762622" cy="855391"/>
          </a:xfrm>
          <a:prstGeom prst="rect">
            <a:avLst/>
          </a:prstGeom>
          <a:ln w="12700">
            <a:miter lim="400000"/>
          </a:ln>
        </p:spPr>
      </p:pic>
      <p:sp>
        <p:nvSpPr>
          <p:cNvPr id="4" name="Title Text"/>
          <p:cNvSpPr txBox="1">
            <a:spLocks noGrp="1"/>
          </p:cNvSpPr>
          <p:nvPr>
            <p:ph type="title"/>
          </p:nvPr>
        </p:nvSpPr>
        <p:spPr>
          <a:xfrm>
            <a:off x="609600" y="92074"/>
            <a:ext cx="10972800" cy="150812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nchor="ctr"/>
          <a:lstStyle/>
          <a:p>
            <a:r>
              <a:t>Title Text</a:t>
            </a:r>
          </a:p>
        </p:txBody>
      </p:sp>
      <p:sp>
        <p:nvSpPr>
          <p:cNvPr id="5"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6" name="Slide Number"/>
          <p:cNvSpPr txBox="1">
            <a:spLocks noGrp="1"/>
          </p:cNvSpPr>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Lst>
  <p:transition spd="med"/>
  <p:txStyles>
    <p:titleStyle>
      <a:lvl1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Barlow Light"/>
          <a:ea typeface="Barlow Light"/>
          <a:cs typeface="Barlow Light"/>
          <a:sym typeface="Barlow Light"/>
        </a:defRPr>
      </a:lvl1pPr>
      <a:lvl2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Barlow Light"/>
          <a:ea typeface="Barlow Light"/>
          <a:cs typeface="Barlow Light"/>
          <a:sym typeface="Barlow Light"/>
        </a:defRPr>
      </a:lvl2pPr>
      <a:lvl3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Barlow Light"/>
          <a:ea typeface="Barlow Light"/>
          <a:cs typeface="Barlow Light"/>
          <a:sym typeface="Barlow Light"/>
        </a:defRPr>
      </a:lvl3pPr>
      <a:lvl4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Barlow Light"/>
          <a:ea typeface="Barlow Light"/>
          <a:cs typeface="Barlow Light"/>
          <a:sym typeface="Barlow Light"/>
        </a:defRPr>
      </a:lvl4pPr>
      <a:lvl5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Barlow Light"/>
          <a:ea typeface="Barlow Light"/>
          <a:cs typeface="Barlow Light"/>
          <a:sym typeface="Barlow Light"/>
        </a:defRPr>
      </a:lvl5pPr>
      <a:lvl6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Barlow Light"/>
          <a:ea typeface="Barlow Light"/>
          <a:cs typeface="Barlow Light"/>
          <a:sym typeface="Barlow Light"/>
        </a:defRPr>
      </a:lvl6pPr>
      <a:lvl7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Barlow Light"/>
          <a:ea typeface="Barlow Light"/>
          <a:cs typeface="Barlow Light"/>
          <a:sym typeface="Barlow Light"/>
        </a:defRPr>
      </a:lvl7pPr>
      <a:lvl8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Barlow Light"/>
          <a:ea typeface="Barlow Light"/>
          <a:cs typeface="Barlow Light"/>
          <a:sym typeface="Barlow Light"/>
        </a:defRPr>
      </a:lvl8pPr>
      <a:lvl9pPr marL="0" marR="0" indent="0" algn="l" defTabSz="914400"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Barlow Light"/>
          <a:ea typeface="Barlow Light"/>
          <a:cs typeface="Barlow Light"/>
          <a:sym typeface="Barlow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Open Sans Light"/>
          <a:ea typeface="Open Sans Light"/>
          <a:cs typeface="Open Sans Light"/>
          <a:sym typeface="Open Sans Light"/>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Open Sans Light"/>
          <a:ea typeface="Open Sans Light"/>
          <a:cs typeface="Open Sans Light"/>
          <a:sym typeface="Open Sans Light"/>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Open Sans Light"/>
          <a:ea typeface="Open Sans Light"/>
          <a:cs typeface="Open Sans Light"/>
          <a:sym typeface="Open Sans Light"/>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Open Sans Light"/>
          <a:ea typeface="Open Sans Light"/>
          <a:cs typeface="Open Sans Light"/>
          <a:sym typeface="Open Sans Light"/>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Open Sans Light"/>
          <a:ea typeface="Open Sans Light"/>
          <a:cs typeface="Open Sans Light"/>
          <a:sym typeface="Open Sans Light"/>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Open Sans Light"/>
          <a:ea typeface="Open Sans Light"/>
          <a:cs typeface="Open Sans Light"/>
          <a:sym typeface="Open Sans Light"/>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Open Sans Light"/>
          <a:ea typeface="Open Sans Light"/>
          <a:cs typeface="Open Sans Light"/>
          <a:sym typeface="Open Sans Light"/>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Open Sans Light"/>
          <a:ea typeface="Open Sans Light"/>
          <a:cs typeface="Open Sans Light"/>
          <a:sym typeface="Open Sans Light"/>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Open Sans Light"/>
          <a:ea typeface="Open Sans Light"/>
          <a:cs typeface="Open Sans Light"/>
          <a:sym typeface="Open Sans Light"/>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Open Sans Light"/>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Open Sans Light"/>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Open Sans Light"/>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Open Sans Light"/>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Open Sans Light"/>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Open Sans Light"/>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Open Sans Light"/>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Open Sans Light"/>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Open Sans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02_0.xml"/><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0.xml"/><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microsoft.com/office/2018/10/relationships/comments" Target="../comments/modernComment_105_0.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7_0.xml"/><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17_EB456B19.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09_0.xm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microsoft.com/office/2018/10/relationships/comments" Target="../comments/modernComment_106_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microsoft.com/office/2018/10/relationships/comments" Target="../comments/modernComment_10A_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0C_0.xm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microsoft.com/office/2018/10/relationships/comments" Target="../comments/modernComment_122_249D2A91.xml"/><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microsoft.com/office/2018/10/relationships/comments" Target="../comments/modernComment_123_569D5CAE.xm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11B_23877194.xml"/><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microsoft.com/office/2018/10/relationships/comments" Target="../comments/modernComment_111_0.xml"/><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Title 1"/>
          <p:cNvSpPr txBox="1">
            <a:spLocks noGrp="1"/>
          </p:cNvSpPr>
          <p:nvPr>
            <p:ph type="title"/>
          </p:nvPr>
        </p:nvSpPr>
        <p:spPr>
          <a:xfrm>
            <a:off x="718928" y="2445780"/>
            <a:ext cx="7152863" cy="865623"/>
          </a:xfrm>
          <a:prstGeom prst="rect">
            <a:avLst/>
          </a:prstGeom>
        </p:spPr>
        <p:txBody>
          <a:bodyPr/>
          <a:lstStyle>
            <a:lvl1pPr defTabSz="420623">
              <a:lnSpc>
                <a:spcPts val="3000"/>
              </a:lnSpc>
              <a:defRPr sz="2484"/>
            </a:lvl1pPr>
          </a:lstStyle>
          <a:p>
            <a:r>
              <a:t>AI-Powered Analysis of ORCID and RLA Data for Technology Landscaping</a:t>
            </a:r>
          </a:p>
        </p:txBody>
      </p:sp>
      <p:sp>
        <p:nvSpPr>
          <p:cNvPr id="268" name="Text Placeholder 3"/>
          <p:cNvSpPr>
            <a:spLocks noGrp="1"/>
          </p:cNvSpPr>
          <p:nvPr>
            <p:ph type="body" idx="21"/>
          </p:nvPr>
        </p:nvSpPr>
        <p:spPr>
          <a:prstGeom prst="rect">
            <a:avLst/>
          </a:prstGeom>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a:lstStyle/>
          <a:p>
            <a:r>
              <a:t>Presenter: Luhan Cheng</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Title 3"/>
          <p:cNvSpPr txBox="1">
            <a:spLocks noGrp="1"/>
          </p:cNvSpPr>
          <p:nvPr>
            <p:ph type="title"/>
          </p:nvPr>
        </p:nvSpPr>
        <p:spPr>
          <a:xfrm>
            <a:off x="1041884" y="379742"/>
            <a:ext cx="9687757" cy="584777"/>
          </a:xfrm>
          <a:prstGeom prst="rect">
            <a:avLst/>
          </a:prstGeom>
        </p:spPr>
        <p:txBody>
          <a:bodyPr lIns="45719" tIns="45720" rIns="45719" bIns="45720" anchor="t">
            <a:normAutofit/>
          </a:bodyPr>
          <a:lstStyle/>
          <a:p>
            <a:pPr algn="ctr"/>
            <a:r>
              <a:rPr lang="en-US" dirty="0"/>
              <a:t>Technology Landscaping</a:t>
            </a:r>
          </a:p>
        </p:txBody>
      </p:sp>
      <p:sp>
        <p:nvSpPr>
          <p:cNvPr id="274" name="Text Placeholder 61"/>
          <p:cNvSpPr>
            <a:spLocks noGrp="1"/>
          </p:cNvSpPr>
          <p:nvPr>
            <p:ph type="body" idx="22"/>
          </p:nvPr>
        </p:nvSpPr>
        <p:spPr>
          <a:prstGeom prst="rect">
            <a:avLst/>
          </a:prstGeom>
        </p:spPr>
        <p:txBody>
          <a:bodyPr/>
          <a:lstStyle/>
          <a:p>
            <a:endParaRPr/>
          </a:p>
        </p:txBody>
      </p:sp>
      <p:sp>
        <p:nvSpPr>
          <p:cNvPr id="276" name="Caption"/>
          <p:cNvSpPr/>
          <p:nvPr/>
        </p:nvSpPr>
        <p:spPr>
          <a:xfrm>
            <a:off x="5683037" y="6473842"/>
            <a:ext cx="5049839" cy="723792"/>
          </a:xfrm>
          <a:prstGeom prst="roundRect">
            <a:avLst>
              <a:gd name="adj" fmla="val 0"/>
            </a:avLst>
          </a:prstGeom>
          <a:solidFill>
            <a:srgbClr val="000000">
              <a:alpha val="0"/>
            </a:srgbClr>
          </a:solid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t">
            <a:noAutofit/>
          </a:bodyPr>
          <a:lstStyle/>
          <a:p>
            <a:r>
              <a:t>https://ourworldindata.org/technology-long-run</a:t>
            </a:r>
          </a:p>
        </p:txBody>
      </p:sp>
      <p:sp>
        <p:nvSpPr>
          <p:cNvPr id="278" name="Using AI to identify key technologies strategically relevant to organisations, research projects and industry.…"/>
          <p:cNvSpPr txBox="1"/>
          <p:nvPr/>
        </p:nvSpPr>
        <p:spPr>
          <a:xfrm>
            <a:off x="518703" y="1713363"/>
            <a:ext cx="4313523" cy="258532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45719" tIns="45720" rIns="45719" bIns="45720" anchor="t">
            <a:spAutoFit/>
          </a:bodyPr>
          <a:lstStyle/>
          <a:p>
            <a:pPr marL="180340" indent="-180340">
              <a:buSzPct val="100000"/>
              <a:buChar char="-"/>
            </a:pPr>
            <a:r>
              <a:rPr dirty="0"/>
              <a:t>Using AI to identify key technologies strategically relevant to </a:t>
            </a:r>
            <a:r>
              <a:rPr err="1"/>
              <a:t>organisations</a:t>
            </a:r>
            <a:r>
              <a:rPr dirty="0"/>
              <a:t>, research projects and industry. </a:t>
            </a:r>
            <a:endParaRPr lang="en-US"/>
          </a:p>
          <a:p>
            <a:pPr marL="180340" indent="-180340">
              <a:buSzPct val="100000"/>
              <a:buChar char="-"/>
            </a:pPr>
            <a:endParaRPr lang="en-US" dirty="0"/>
          </a:p>
          <a:p>
            <a:pPr marL="180340" indent="-180340">
              <a:buSzPct val="100000"/>
              <a:buChar char="-"/>
            </a:pPr>
            <a:r>
              <a:rPr dirty="0"/>
              <a:t>Understand the innovation trends, opportunities and risks</a:t>
            </a:r>
          </a:p>
          <a:p>
            <a:pPr marL="180340" indent="-180340">
              <a:buSzPct val="100000"/>
              <a:buChar char="-"/>
            </a:pPr>
            <a:endParaRPr lang="en-US" dirty="0"/>
          </a:p>
          <a:p>
            <a:pPr marL="180340" indent="-180340">
              <a:buSzPct val="100000"/>
              <a:buChar char="-"/>
            </a:pPr>
            <a:r>
              <a:rPr dirty="0"/>
              <a:t>Make rational decisions on how to allocate resources</a:t>
            </a:r>
          </a:p>
        </p:txBody>
      </p:sp>
      <p:pic>
        <p:nvPicPr>
          <p:cNvPr id="2" name="Picture 1">
            <a:extLst>
              <a:ext uri="{FF2B5EF4-FFF2-40B4-BE49-F238E27FC236}">
                <a16:creationId xmlns:a16="http://schemas.microsoft.com/office/drawing/2014/main" id="{FD2D8EAE-7635-8570-44F9-FA37A162E31B}"/>
              </a:ext>
            </a:extLst>
          </p:cNvPr>
          <p:cNvPicPr>
            <a:picLocks noChangeAspect="1"/>
          </p:cNvPicPr>
          <p:nvPr/>
        </p:nvPicPr>
        <p:blipFill>
          <a:blip r:embed="rId4"/>
          <a:stretch>
            <a:fillRect/>
          </a:stretch>
        </p:blipFill>
        <p:spPr>
          <a:xfrm>
            <a:off x="4827241" y="1034401"/>
            <a:ext cx="7009255" cy="5058580"/>
          </a:xfrm>
          <a:prstGeom prst="rect">
            <a:avLst/>
          </a:prstGeom>
        </p:spPr>
      </p:pic>
    </p:spTree>
  </p:cSld>
  <p:clrMapOvr>
    <a:masterClrMapping/>
  </p:clrMapOvr>
  <p:transition spd="med"/>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 name="Title 3"/>
          <p:cNvSpPr txBox="1">
            <a:spLocks noGrp="1"/>
          </p:cNvSpPr>
          <p:nvPr>
            <p:ph type="title"/>
          </p:nvPr>
        </p:nvSpPr>
        <p:spPr>
          <a:xfrm>
            <a:off x="430279" y="449926"/>
            <a:ext cx="9687757" cy="584777"/>
          </a:xfrm>
          <a:prstGeom prst="rect">
            <a:avLst/>
          </a:prstGeom>
        </p:spPr>
        <p:txBody>
          <a:bodyPr/>
          <a:lstStyle/>
          <a:p>
            <a:r>
              <a:t>What is RLA </a:t>
            </a:r>
          </a:p>
        </p:txBody>
      </p:sp>
      <p:sp>
        <p:nvSpPr>
          <p:cNvPr id="289" name="Text Placeholder 61"/>
          <p:cNvSpPr>
            <a:spLocks noGrp="1"/>
          </p:cNvSpPr>
          <p:nvPr>
            <p:ph type="body" idx="22"/>
          </p:nvPr>
        </p:nvSpPr>
        <p:spPr>
          <a:prstGeom prst="rect">
            <a:avLst/>
          </a:prstGeom>
        </p:spPr>
        <p:txBody>
          <a:bodyPr/>
          <a:lstStyle/>
          <a:p>
            <a:endParaRPr/>
          </a:p>
        </p:txBody>
      </p:sp>
      <p:pic>
        <p:nvPicPr>
          <p:cNvPr id="290" name="Screenshot 2025-09-11 at 2.54.41 am.png" descr="Screenshot 2025-09-11 at 2.54.41 am.png"/>
          <p:cNvPicPr>
            <a:picLocks noChangeAspect="1"/>
          </p:cNvPicPr>
          <p:nvPr/>
        </p:nvPicPr>
        <p:blipFill>
          <a:blip r:embed="rId2"/>
          <a:stretch>
            <a:fillRect/>
          </a:stretch>
        </p:blipFill>
        <p:spPr>
          <a:xfrm>
            <a:off x="286274" y="1445385"/>
            <a:ext cx="9810038" cy="4298901"/>
          </a:xfrm>
          <a:prstGeom prst="rect">
            <a:avLst/>
          </a:prstGeom>
          <a:ln w="12700">
            <a:miter lim="400000"/>
          </a:ln>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 name="Title 3"/>
          <p:cNvSpPr txBox="1">
            <a:spLocks noGrp="1"/>
          </p:cNvSpPr>
          <p:nvPr>
            <p:ph type="title"/>
          </p:nvPr>
        </p:nvSpPr>
        <p:spPr>
          <a:xfrm>
            <a:off x="430279" y="449926"/>
            <a:ext cx="9687757" cy="584777"/>
          </a:xfrm>
          <a:prstGeom prst="rect">
            <a:avLst/>
          </a:prstGeom>
        </p:spPr>
        <p:txBody>
          <a:bodyPr/>
          <a:lstStyle/>
          <a:p>
            <a:r>
              <a:t>The value of ORCID data</a:t>
            </a:r>
          </a:p>
        </p:txBody>
      </p:sp>
      <p:sp>
        <p:nvSpPr>
          <p:cNvPr id="283" name="Text Placeholder 61"/>
          <p:cNvSpPr>
            <a:spLocks noGrp="1"/>
          </p:cNvSpPr>
          <p:nvPr>
            <p:ph type="body" idx="22"/>
          </p:nvPr>
        </p:nvSpPr>
        <p:spPr>
          <a:prstGeom prst="rect">
            <a:avLst/>
          </a:prstGeom>
        </p:spPr>
        <p:txBody>
          <a:bodyPr/>
          <a:lstStyle/>
          <a:p>
            <a:endParaRPr/>
          </a:p>
        </p:txBody>
      </p:sp>
      <p:pic>
        <p:nvPicPr>
          <p:cNvPr id="2" name="Picture 1" descr="A graph of different colored lines&#10;&#10;AI-generated content may be incorrect.">
            <a:extLst>
              <a:ext uri="{FF2B5EF4-FFF2-40B4-BE49-F238E27FC236}">
                <a16:creationId xmlns:a16="http://schemas.microsoft.com/office/drawing/2014/main" id="{EA09BFD9-182C-577E-4A52-D8C9EA780649}"/>
              </a:ext>
            </a:extLst>
          </p:cNvPr>
          <p:cNvPicPr>
            <a:picLocks noChangeAspect="1"/>
          </p:cNvPicPr>
          <p:nvPr/>
        </p:nvPicPr>
        <p:blipFill>
          <a:blip r:embed="rId4"/>
          <a:stretch>
            <a:fillRect/>
          </a:stretch>
        </p:blipFill>
        <p:spPr>
          <a:xfrm>
            <a:off x="278732" y="1293395"/>
            <a:ext cx="10742195" cy="5043237"/>
          </a:xfrm>
          <a:prstGeom prst="rect">
            <a:avLst/>
          </a:prstGeom>
        </p:spPr>
      </p:pic>
    </p:spTree>
  </p:cSld>
  <p:clrMapOvr>
    <a:masterClrMapping/>
  </p:clrMapOvr>
  <p:transition spd="med"/>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 name="Title 3"/>
          <p:cNvSpPr txBox="1">
            <a:spLocks noGrp="1"/>
          </p:cNvSpPr>
          <p:nvPr>
            <p:ph type="title"/>
          </p:nvPr>
        </p:nvSpPr>
        <p:spPr>
          <a:xfrm>
            <a:off x="609600" y="92074"/>
            <a:ext cx="10972800" cy="1508126"/>
          </a:xfrm>
        </p:spPr>
        <p:txBody>
          <a:bodyPr anchor="ctr">
            <a:normAutofit/>
          </a:bodyPr>
          <a:lstStyle/>
          <a:p>
            <a:r>
              <a:rPr lang="en-AU"/>
              <a:t>Sample Grant</a:t>
            </a:r>
            <a:endParaRPr/>
          </a:p>
        </p:txBody>
      </p:sp>
      <p:graphicFrame>
        <p:nvGraphicFramePr>
          <p:cNvPr id="2" name="Table 1">
            <a:extLst>
              <a:ext uri="{FF2B5EF4-FFF2-40B4-BE49-F238E27FC236}">
                <a16:creationId xmlns:a16="http://schemas.microsoft.com/office/drawing/2014/main" id="{6DAE17FD-77A7-CF5F-2DDD-13CB0E7E7C32}"/>
              </a:ext>
            </a:extLst>
          </p:cNvPr>
          <p:cNvGraphicFramePr/>
          <p:nvPr>
            <p:extLst>
              <p:ext uri="{D42A27DB-BD31-4B8C-83A1-F6EECF244321}">
                <p14:modId xmlns:p14="http://schemas.microsoft.com/office/powerpoint/2010/main" val="1663055919"/>
              </p:ext>
            </p:extLst>
          </p:nvPr>
        </p:nvGraphicFramePr>
        <p:xfrm>
          <a:off x="609600" y="1434442"/>
          <a:ext cx="10972800" cy="4182746"/>
        </p:xfrm>
        <a:graphic>
          <a:graphicData uri="http://schemas.openxmlformats.org/drawingml/2006/table">
            <a:tbl>
              <a:tblPr firstRow="1" firstCol="1" bandRow="1">
                <a:noFill/>
                <a:tableStyleId>{4C3C2611-4C71-4FC5-86AE-919BDF0F9419}</a:tableStyleId>
              </a:tblPr>
              <a:tblGrid>
                <a:gridCol w="2820820">
                  <a:extLst>
                    <a:ext uri="{9D8B030D-6E8A-4147-A177-3AD203B41FA5}">
                      <a16:colId xmlns:a16="http://schemas.microsoft.com/office/drawing/2014/main" val="20000"/>
                    </a:ext>
                  </a:extLst>
                </a:gridCol>
                <a:gridCol w="8151980">
                  <a:extLst>
                    <a:ext uri="{9D8B030D-6E8A-4147-A177-3AD203B41FA5}">
                      <a16:colId xmlns:a16="http://schemas.microsoft.com/office/drawing/2014/main" val="20001"/>
                    </a:ext>
                  </a:extLst>
                </a:gridCol>
              </a:tblGrid>
              <a:tr h="505180">
                <a:tc gridSpan="2">
                  <a:txBody>
                    <a:bodyPr/>
                    <a:lstStyle/>
                    <a:p>
                      <a:pPr algn="l">
                        <a:defRPr sz="1800" b="0">
                          <a:solidFill>
                            <a:srgbClr val="000000"/>
                          </a:solidFill>
                        </a:defRPr>
                      </a:pPr>
                      <a:r>
                        <a:rPr sz="1900" b="1" cap="none" spc="0">
                          <a:solidFill>
                            <a:schemeClr val="tx1"/>
                          </a:solidFill>
                        </a:rPr>
                        <a:t>Table 1</a:t>
                      </a:r>
                    </a:p>
                  </a:txBody>
                  <a:tcPr marL="74187" marR="0" marT="21196" marB="158973" anchor="b" horzOverflow="overflow">
                    <a:lnL w="12700" cmpd="sng">
                      <a:noFill/>
                    </a:lnL>
                    <a:lnR w="12700" cmpd="sng">
                      <a:noFill/>
                    </a:lnR>
                    <a:lnT w="9525" cap="flat" cmpd="sng" algn="ctr">
                      <a:noFill/>
                      <a:prstDash val="solid"/>
                    </a:lnT>
                    <a:lnB w="38100" cmpd="sng">
                      <a:noFill/>
                    </a:lnB>
                    <a:noFill/>
                  </a:tcPr>
                </a:tc>
                <a:tc hMerge="1">
                  <a:txBody>
                    <a:bodyPr/>
                    <a:lstStyle/>
                    <a:p>
                      <a:endParaRPr lang="en-US"/>
                    </a:p>
                  </a:txBody>
                  <a:tcPr/>
                </a:tc>
                <a:extLst>
                  <a:ext uri="{0D108BD9-81ED-4DB2-BD59-A6C34878D82A}">
                    <a16:rowId xmlns:a16="http://schemas.microsoft.com/office/drawing/2014/main" val="10000"/>
                  </a:ext>
                </a:extLst>
              </a:tr>
              <a:tr h="434525">
                <a:tc>
                  <a:txBody>
                    <a:bodyPr/>
                    <a:lstStyle/>
                    <a:p>
                      <a:pPr algn="l">
                        <a:defRPr sz="1800" b="0">
                          <a:solidFill>
                            <a:srgbClr val="000000"/>
                          </a:solidFill>
                        </a:defRPr>
                      </a:pPr>
                      <a:r>
                        <a:rPr lang="en-AU" sz="1400" b="1" cap="none" spc="0">
                          <a:solidFill>
                            <a:schemeClr val="tx1"/>
                          </a:solidFill>
                        </a:rPr>
                        <a:t>Title</a:t>
                      </a:r>
                      <a:endParaRPr sz="1400" b="1" cap="none" spc="0">
                        <a:solidFill>
                          <a:schemeClr val="tx1"/>
                        </a:solidFill>
                      </a:endParaRPr>
                    </a:p>
                  </a:txBody>
                  <a:tcPr marL="74187" marR="0" marT="21196" marB="158973" horzOverflow="overflow">
                    <a:lnL w="9525" cap="flat" cmpd="sng" algn="ctr">
                      <a:solidFill>
                        <a:schemeClr val="tx1"/>
                      </a:solidFill>
                      <a:prstDash val="solid"/>
                    </a:lnL>
                    <a:lnR w="12700" cmpd="sng">
                      <a:noFill/>
                      <a:prstDash val="solid"/>
                    </a:lnR>
                    <a:lnT w="38100" cmpd="sng">
                      <a:noFill/>
                    </a:lnT>
                    <a:lnB w="9525" cap="flat" cmpd="sng" algn="ctr">
                      <a:noFill/>
                      <a:prstDash val="solid"/>
                    </a:lnB>
                    <a:noFill/>
                  </a:tcPr>
                </a:tc>
                <a:tc>
                  <a:txBody>
                    <a:bodyPr/>
                    <a:lstStyle/>
                    <a:p>
                      <a:pPr algn="l">
                        <a:defRPr sz="1800"/>
                      </a:pPr>
                      <a:r>
                        <a:rPr lang="en-AU" sz="1400" b="0" i="0" u="none" strike="noStrike" cap="none" spc="0" baseline="0">
                          <a:solidFill>
                            <a:schemeClr val="tx1"/>
                          </a:solidFill>
                          <a:effectLst/>
                          <a:uFillTx/>
                          <a:latin typeface="Open Sans Light"/>
                          <a:ea typeface="Open Sans Light"/>
                          <a:cs typeface="Open Sans Light"/>
                          <a:sym typeface="Open Sans Light"/>
                        </a:rPr>
                        <a:t>ARC Training Centre for Information Resilience.</a:t>
                      </a:r>
                      <a:endParaRPr sz="1400" cap="none" spc="0">
                        <a:solidFill>
                          <a:schemeClr val="tx1"/>
                        </a:solidFill>
                      </a:endParaRPr>
                    </a:p>
                  </a:txBody>
                  <a:tcPr marL="74187" marR="0" marT="21196" marB="158973" horzOverflow="overflow">
                    <a:lnL w="12700" cmpd="sng">
                      <a:noFill/>
                      <a:prstDash val="solid"/>
                    </a:lnL>
                    <a:lnR w="12700" cmpd="sng">
                      <a:noFill/>
                      <a:prstDash val="solid"/>
                    </a:lnR>
                    <a:lnT w="38100" cmpd="sng">
                      <a:noFill/>
                    </a:lnT>
                    <a:lnB w="9525" cap="flat" cmpd="sng" algn="ctr">
                      <a:noFill/>
                      <a:prstDash val="solid"/>
                    </a:lnB>
                    <a:noFill/>
                  </a:tcPr>
                </a:tc>
                <a:extLst>
                  <a:ext uri="{0D108BD9-81ED-4DB2-BD59-A6C34878D82A}">
                    <a16:rowId xmlns:a16="http://schemas.microsoft.com/office/drawing/2014/main" val="10002"/>
                  </a:ext>
                </a:extLst>
              </a:tr>
              <a:tr h="1070416">
                <a:tc>
                  <a:txBody>
                    <a:bodyPr/>
                    <a:lstStyle/>
                    <a:p>
                      <a:pPr algn="l">
                        <a:defRPr sz="1800" b="0">
                          <a:solidFill>
                            <a:srgbClr val="000000"/>
                          </a:solidFill>
                        </a:defRPr>
                      </a:pPr>
                      <a:r>
                        <a:rPr lang="en-AU" sz="1400" b="1" i="0" u="none" strike="noStrike" cap="none" spc="0" baseline="0" err="1">
                          <a:solidFill>
                            <a:schemeClr val="tx1"/>
                          </a:solidFill>
                          <a:effectLst/>
                          <a:uFillTx/>
                          <a:latin typeface="Open Sans Light"/>
                          <a:ea typeface="Open Sans Light"/>
                          <a:cs typeface="Open Sans Light"/>
                          <a:sym typeface="Open Sans Light"/>
                        </a:rPr>
                        <a:t>grant_summary</a:t>
                      </a:r>
                      <a:endParaRPr sz="1400" b="1" cap="none" spc="0">
                        <a:solidFill>
                          <a:schemeClr val="tx1"/>
                        </a:solidFill>
                      </a:endParaRPr>
                    </a:p>
                  </a:txBody>
                  <a:tcPr marL="74187" marR="0" marT="21196" marB="158973" horzOverflow="overflow">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gn="l">
                        <a:defRPr sz="1800"/>
                      </a:pPr>
                      <a:r>
                        <a:rPr lang="en-AU" sz="1400" b="0" i="0" u="none" strike="noStrike" cap="none" spc="0" baseline="0">
                          <a:solidFill>
                            <a:schemeClr val="tx1"/>
                          </a:solidFill>
                          <a:effectLst/>
                          <a:uFillTx/>
                          <a:latin typeface="Open Sans Light"/>
                          <a:ea typeface="Open Sans Light"/>
                          <a:cs typeface="Open Sans Light"/>
                          <a:sym typeface="Open Sans Light"/>
                        </a:rPr>
                        <a:t>ARC Training Centre for Information Resilience. The proposed centre aims at building workforce capacity in Australian organisations to create, protect and sustain agile data pipelines, capable of detecting and responding to failures and risks across the information value chain in which the data is sourced, shared, transformed, analysed and consumed...</a:t>
                      </a:r>
                      <a:endParaRPr sz="1400" cap="none" spc="0">
                        <a:solidFill>
                          <a:schemeClr val="tx1"/>
                        </a:solidFill>
                      </a:endParaRPr>
                    </a:p>
                  </a:txBody>
                  <a:tcPr marL="74187" marR="0" marT="21196" marB="158973" horzOverflow="overflow">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0003"/>
                  </a:ext>
                </a:extLst>
              </a:tr>
              <a:tr h="434525">
                <a:tc>
                  <a:txBody>
                    <a:bodyPr/>
                    <a:lstStyle/>
                    <a:p>
                      <a:pPr algn="l">
                        <a:defRPr sz="1800" b="0">
                          <a:solidFill>
                            <a:srgbClr val="000000"/>
                          </a:solidFill>
                        </a:defRPr>
                      </a:pPr>
                      <a:r>
                        <a:rPr lang="en-AU" sz="1400" b="1" cap="none" spc="0" err="1">
                          <a:solidFill>
                            <a:schemeClr val="tx1"/>
                          </a:solidFill>
                        </a:rPr>
                        <a:t>Funding_amount</a:t>
                      </a:r>
                      <a:endParaRPr sz="1400" b="1" cap="none" spc="0">
                        <a:solidFill>
                          <a:schemeClr val="tx1"/>
                        </a:solidFill>
                      </a:endParaRPr>
                    </a:p>
                  </a:txBody>
                  <a:tcPr marL="74187" marR="0" marT="21196" marB="158973" horzOverflow="overflow">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pPr algn="l">
                        <a:defRPr sz="1800"/>
                      </a:pPr>
                      <a:r>
                        <a:rPr lang="en-AU" sz="1400" b="0" i="0" u="none" strike="noStrike" cap="none" spc="0" baseline="0">
                          <a:solidFill>
                            <a:schemeClr val="tx1"/>
                          </a:solidFill>
                          <a:effectLst/>
                          <a:uFillTx/>
                          <a:latin typeface="Open Sans Light"/>
                          <a:ea typeface="Open Sans Light"/>
                          <a:cs typeface="Open Sans Light"/>
                          <a:sym typeface="Open Sans Light"/>
                        </a:rPr>
                        <a:t>4883406.0</a:t>
                      </a:r>
                      <a:endParaRPr sz="1400" cap="none" spc="0">
                        <a:solidFill>
                          <a:schemeClr val="tx1"/>
                        </a:solidFill>
                      </a:endParaRPr>
                    </a:p>
                  </a:txBody>
                  <a:tcPr marL="74187" marR="0" marT="21196" marB="158973" horzOverflow="overflow">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10004"/>
                  </a:ext>
                </a:extLst>
              </a:tr>
              <a:tr h="434525">
                <a:tc>
                  <a:txBody>
                    <a:bodyPr/>
                    <a:lstStyle/>
                    <a:p>
                      <a:pPr algn="l">
                        <a:defRPr sz="1800" b="0">
                          <a:solidFill>
                            <a:srgbClr val="000000"/>
                          </a:solidFill>
                        </a:defRPr>
                      </a:pPr>
                      <a:r>
                        <a:rPr lang="en-AU" sz="1400" b="1" cap="none" spc="0" err="1">
                          <a:solidFill>
                            <a:schemeClr val="tx1"/>
                          </a:solidFill>
                        </a:rPr>
                        <a:t>Start_year</a:t>
                      </a:r>
                      <a:endParaRPr sz="1400" b="1" cap="none" spc="0">
                        <a:solidFill>
                          <a:schemeClr val="tx1"/>
                        </a:solidFill>
                      </a:endParaRPr>
                    </a:p>
                  </a:txBody>
                  <a:tcPr marL="74187" marR="0" marT="21196" marB="158973" horzOverflow="overflow">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gn="l">
                        <a:defRPr sz="1800"/>
                      </a:pPr>
                      <a:r>
                        <a:rPr lang="en-AU" sz="1400" cap="none" spc="0">
                          <a:solidFill>
                            <a:schemeClr val="tx1"/>
                          </a:solidFill>
                        </a:rPr>
                        <a:t>2021</a:t>
                      </a:r>
                      <a:endParaRPr sz="1400" cap="none" spc="0">
                        <a:solidFill>
                          <a:schemeClr val="tx1"/>
                        </a:solidFill>
                      </a:endParaRPr>
                    </a:p>
                  </a:txBody>
                  <a:tcPr marL="74187" marR="0" marT="21196" marB="158973" horzOverflow="overflow">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0005"/>
                  </a:ext>
                </a:extLst>
              </a:tr>
              <a:tr h="434525">
                <a:tc>
                  <a:txBody>
                    <a:bodyPr/>
                    <a:lstStyle/>
                    <a:p>
                      <a:pPr algn="l">
                        <a:defRPr sz="1800" b="0">
                          <a:solidFill>
                            <a:srgbClr val="000000"/>
                          </a:solidFill>
                        </a:defRPr>
                      </a:pPr>
                      <a:r>
                        <a:rPr lang="en-AU" sz="1400" b="1" cap="none" spc="0" err="1">
                          <a:solidFill>
                            <a:schemeClr val="tx1"/>
                          </a:solidFill>
                        </a:rPr>
                        <a:t>End_year</a:t>
                      </a:r>
                      <a:endParaRPr sz="1400" b="1" cap="none" spc="0">
                        <a:solidFill>
                          <a:schemeClr val="tx1"/>
                        </a:solidFill>
                      </a:endParaRPr>
                    </a:p>
                  </a:txBody>
                  <a:tcPr marL="74187" marR="0" marT="21196" marB="158973" horzOverflow="overflow">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pPr algn="l">
                        <a:defRPr sz="1800"/>
                      </a:pPr>
                      <a:r>
                        <a:rPr lang="en-AU" sz="1400" cap="none" spc="0">
                          <a:solidFill>
                            <a:schemeClr val="tx1"/>
                          </a:solidFill>
                        </a:rPr>
                        <a:t>2026</a:t>
                      </a:r>
                      <a:endParaRPr sz="1400" cap="none" spc="0">
                        <a:solidFill>
                          <a:schemeClr val="tx1"/>
                        </a:solidFill>
                      </a:endParaRPr>
                    </a:p>
                  </a:txBody>
                  <a:tcPr marL="74187" marR="0" marT="21196" marB="158973" horzOverflow="overflow">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10006"/>
                  </a:ext>
                </a:extLst>
              </a:tr>
              <a:tr h="434525">
                <a:tc>
                  <a:txBody>
                    <a:bodyPr/>
                    <a:lstStyle/>
                    <a:p>
                      <a:pPr algn="l">
                        <a:defRPr sz="1800" b="0">
                          <a:solidFill>
                            <a:srgbClr val="000000"/>
                          </a:solidFill>
                        </a:defRPr>
                      </a:pPr>
                      <a:r>
                        <a:rPr lang="en-AU" sz="1400" b="1" cap="none" spc="0">
                          <a:solidFill>
                            <a:schemeClr val="tx1"/>
                          </a:solidFill>
                        </a:rPr>
                        <a:t>funder</a:t>
                      </a:r>
                      <a:endParaRPr sz="1400" b="1" cap="none" spc="0">
                        <a:solidFill>
                          <a:schemeClr val="tx1"/>
                        </a:solidFill>
                      </a:endParaRPr>
                    </a:p>
                  </a:txBody>
                  <a:tcPr marL="74187" marR="0" marT="21196" marB="158973" horzOverflow="overflow">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lgn="l">
                        <a:defRPr sz="1800"/>
                      </a:pPr>
                      <a:r>
                        <a:rPr lang="en-AU" sz="1400" cap="none" spc="0">
                          <a:solidFill>
                            <a:schemeClr val="tx1"/>
                          </a:solidFill>
                        </a:rPr>
                        <a:t>Australian Research Council</a:t>
                      </a:r>
                      <a:endParaRPr sz="1400" cap="none" spc="0">
                        <a:solidFill>
                          <a:schemeClr val="tx1"/>
                        </a:solidFill>
                      </a:endParaRPr>
                    </a:p>
                  </a:txBody>
                  <a:tcPr marL="74187" marR="0" marT="21196" marB="158973" horzOverflow="overflow">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0007"/>
                  </a:ext>
                </a:extLst>
              </a:tr>
              <a:tr h="434525">
                <a:tc>
                  <a:txBody>
                    <a:bodyPr/>
                    <a:lstStyle/>
                    <a:p>
                      <a:pPr algn="l">
                        <a:defRPr sz="1800" b="0">
                          <a:solidFill>
                            <a:srgbClr val="000000"/>
                          </a:solidFill>
                        </a:defRPr>
                      </a:pPr>
                      <a:r>
                        <a:rPr lang="en-AU" sz="1400" b="1" cap="none" spc="0" err="1">
                          <a:solidFill>
                            <a:schemeClr val="tx1"/>
                          </a:solidFill>
                        </a:rPr>
                        <a:t>Linked_researchers</a:t>
                      </a:r>
                      <a:endParaRPr sz="1400" b="1" cap="none" spc="0">
                        <a:solidFill>
                          <a:schemeClr val="tx1"/>
                        </a:solidFill>
                      </a:endParaRPr>
                    </a:p>
                  </a:txBody>
                  <a:tcPr marL="74187" marR="0" marT="21196" marB="158973" horzOverflow="overflow">
                    <a:lnL w="9525"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lgn="l">
                        <a:defRPr sz="1800"/>
                      </a:pPr>
                      <a:r>
                        <a:rPr lang="en-AU" sz="1400" cap="none" spc="0">
                          <a:solidFill>
                            <a:schemeClr val="tx1"/>
                          </a:solidFill>
                        </a:rPr>
                        <a:t>[</a:t>
                      </a:r>
                      <a:r>
                        <a:rPr lang="en-AU" sz="1400" b="0" i="0" u="none" strike="noStrike" cap="none" spc="0" baseline="0">
                          <a:solidFill>
                            <a:schemeClr val="tx1"/>
                          </a:solidFill>
                          <a:effectLst/>
                          <a:uFillTx/>
                          <a:latin typeface="Open Sans Light"/>
                          <a:ea typeface="Open Sans Light"/>
                          <a:cs typeface="Open Sans Light"/>
                          <a:sym typeface="Open Sans Light"/>
                        </a:rPr>
                        <a:t>'0000-0002-5414-8276', '0000-0002-4259-9774', '0000-0002-6920-7072', '0000-0002-7311-3693’,…</a:t>
                      </a:r>
                      <a:r>
                        <a:rPr lang="en-AU" sz="1400" cap="none" spc="0">
                          <a:solidFill>
                            <a:schemeClr val="tx1"/>
                          </a:solidFill>
                        </a:rPr>
                        <a:t>]</a:t>
                      </a:r>
                      <a:endParaRPr sz="1400" cap="none" spc="0">
                        <a:solidFill>
                          <a:schemeClr val="tx1"/>
                        </a:solidFill>
                      </a:endParaRPr>
                    </a:p>
                  </a:txBody>
                  <a:tcPr marL="74187" marR="0" marT="21196" marB="158973" horzOverflow="overflow">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167991089"/>
                  </a:ext>
                </a:extLst>
              </a:tr>
            </a:tbl>
          </a:graphicData>
        </a:graphic>
      </p:graphicFrame>
    </p:spTree>
  </p:cSld>
  <p:clrMapOvr>
    <a:masterClrMapping/>
  </p:clrMapOvr>
  <p:transition spd="med"/>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Linking Organisation using ORCID"/>
          <p:cNvSpPr txBox="1">
            <a:spLocks noGrp="1"/>
          </p:cNvSpPr>
          <p:nvPr>
            <p:ph type="title"/>
          </p:nvPr>
        </p:nvSpPr>
        <p:spPr>
          <a:xfrm>
            <a:off x="609600" y="92074"/>
            <a:ext cx="10972800" cy="1508126"/>
          </a:xfrm>
        </p:spPr>
        <p:txBody>
          <a:bodyPr anchor="ctr">
            <a:normAutofit/>
          </a:bodyPr>
          <a:lstStyle/>
          <a:p>
            <a:r>
              <a:rPr lang="en-AU"/>
              <a:t>Linking Organisation using ORCID </a:t>
            </a:r>
          </a:p>
        </p:txBody>
      </p:sp>
      <p:pic>
        <p:nvPicPr>
          <p:cNvPr id="304" name="Screenshot 2025-09-12 at 11.51.19 am.png" descr="Screenshot 2025-09-12 at 11.51.19 am.png"/>
          <p:cNvPicPr>
            <a:picLocks noChangeAspect="1"/>
          </p:cNvPicPr>
          <p:nvPr/>
        </p:nvPicPr>
        <p:blipFill>
          <a:blip r:embed="rId4"/>
          <a:srcRect l="928" t="16625" r="103" b="3023"/>
          <a:stretch>
            <a:fillRect/>
          </a:stretch>
        </p:blipFill>
        <p:spPr>
          <a:xfrm>
            <a:off x="488632" y="1608454"/>
            <a:ext cx="10852018" cy="3612955"/>
          </a:xfrm>
          <a:prstGeom prst="rect">
            <a:avLst/>
          </a:prstGeom>
          <a:noFill/>
          <a:ln w="12700">
            <a:miter lim="400000"/>
          </a:ln>
        </p:spPr>
      </p:pic>
    </p:spTree>
  </p:cSld>
  <p:clrMapOvr>
    <a:masterClrMapping/>
  </p:clrMapOvr>
  <p:transition spd="med"/>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F63A4-909F-36EC-990A-5711D948F12D}"/>
              </a:ext>
            </a:extLst>
          </p:cNvPr>
          <p:cNvSpPr>
            <a:spLocks noGrp="1"/>
          </p:cNvSpPr>
          <p:nvPr>
            <p:ph type="title"/>
          </p:nvPr>
        </p:nvSpPr>
        <p:spPr>
          <a:xfrm>
            <a:off x="609600" y="92074"/>
            <a:ext cx="10972800" cy="1508126"/>
          </a:xfrm>
        </p:spPr>
        <p:txBody>
          <a:bodyPr lIns="45719" tIns="45720" rIns="45719" bIns="45720" anchor="ctr">
            <a:normAutofit/>
          </a:bodyPr>
          <a:lstStyle/>
          <a:p>
            <a:r>
              <a:rPr lang="en-US" dirty="0"/>
              <a:t>ARDC data API</a:t>
            </a:r>
          </a:p>
        </p:txBody>
      </p:sp>
      <p:graphicFrame>
        <p:nvGraphicFramePr>
          <p:cNvPr id="7" name="Text Placeholder 2">
            <a:extLst>
              <a:ext uri="{FF2B5EF4-FFF2-40B4-BE49-F238E27FC236}">
                <a16:creationId xmlns:a16="http://schemas.microsoft.com/office/drawing/2014/main" id="{7E5BFF22-0C55-31E0-F877-86E14E462941}"/>
              </a:ext>
            </a:extLst>
          </p:cNvPr>
          <p:cNvGraphicFramePr/>
          <p:nvPr>
            <p:extLst>
              <p:ext uri="{D42A27DB-BD31-4B8C-83A1-F6EECF244321}">
                <p14:modId xmlns:p14="http://schemas.microsoft.com/office/powerpoint/2010/main" val="4037545258"/>
              </p:ext>
            </p:extLst>
          </p:nvPr>
        </p:nvGraphicFramePr>
        <p:xfrm>
          <a:off x="609600" y="1790700"/>
          <a:ext cx="109728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860617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Title 3"/>
          <p:cNvSpPr txBox="1">
            <a:spLocks noGrp="1"/>
          </p:cNvSpPr>
          <p:nvPr>
            <p:ph type="title"/>
          </p:nvPr>
        </p:nvSpPr>
        <p:spPr>
          <a:xfrm>
            <a:off x="430279" y="449926"/>
            <a:ext cx="9687757" cy="584777"/>
          </a:xfrm>
          <a:prstGeom prst="rect">
            <a:avLst/>
          </a:prstGeom>
        </p:spPr>
        <p:txBody>
          <a:bodyPr/>
          <a:lstStyle>
            <a:lvl1pPr defTabSz="896111">
              <a:defRPr sz="3136"/>
            </a:lvl1pPr>
          </a:lstStyle>
          <a:p>
            <a:r>
              <a:rPr lang="en-US" dirty="0"/>
              <a:t>Why extract keywords and build categories using LLM</a:t>
            </a:r>
          </a:p>
        </p:txBody>
      </p:sp>
      <p:sp>
        <p:nvSpPr>
          <p:cNvPr id="404" name="Text Placeholder 61"/>
          <p:cNvSpPr>
            <a:spLocks noGrp="1"/>
          </p:cNvSpPr>
          <p:nvPr>
            <p:ph type="body" idx="22"/>
          </p:nvPr>
        </p:nvSpPr>
        <p:spPr>
          <a:prstGeom prst="rect">
            <a:avLst/>
          </a:prstGeom>
        </p:spPr>
        <p:txBody>
          <a:bodyPr/>
          <a:lstStyle/>
          <a:p>
            <a:endParaRPr/>
          </a:p>
        </p:txBody>
      </p:sp>
      <p:sp>
        <p:nvSpPr>
          <p:cNvPr id="405" name="Existing categories does not capture emerging trends…"/>
          <p:cNvSpPr txBox="1"/>
          <p:nvPr/>
        </p:nvSpPr>
        <p:spPr>
          <a:xfrm>
            <a:off x="422846" y="1725371"/>
            <a:ext cx="9702622" cy="92964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19" rIns="45719">
            <a:spAutoFit/>
          </a:bodyPr>
          <a:lstStyle/>
          <a:p>
            <a:pPr marL="180473" indent="-180473">
              <a:buSzPct val="100000"/>
              <a:buChar char="-"/>
            </a:pPr>
            <a:r>
              <a:rPr dirty="0"/>
              <a:t>Existing categories does not capture emerging trends</a:t>
            </a:r>
          </a:p>
          <a:p>
            <a:pPr marL="180473" indent="-180473">
              <a:buSzPct val="100000"/>
              <a:buChar char="-"/>
            </a:pPr>
            <a:r>
              <a:rPr dirty="0"/>
              <a:t>Existing categories do not update frequently (10+ year time interval for ANZSRC)</a:t>
            </a:r>
          </a:p>
          <a:p>
            <a:pPr marL="180473" indent="-180473">
              <a:buSzPct val="100000"/>
              <a:buChar char="-"/>
            </a:pPr>
            <a:r>
              <a:rPr dirty="0"/>
              <a:t>LLM </a:t>
            </a:r>
            <a:r>
              <a:rPr lang="en-AU" dirty="0"/>
              <a:t>can approximate domain expert knowledge while being much easier to scale up</a:t>
            </a:r>
            <a:endParaRPr dirty="0"/>
          </a:p>
        </p:txBody>
      </p:sp>
    </p:spTree>
    <p:extLst>
      <p:ext uri="{BB962C8B-B14F-4D97-AF65-F5344CB8AC3E}">
        <p14:creationId xmlns:p14="http://schemas.microsoft.com/office/powerpoint/2010/main" val="3947195161"/>
      </p:ext>
    </p:extLst>
  </p:cSld>
  <p:clrMapOvr>
    <a:masterClrMapping/>
  </p:clrMapOvr>
  <p:transition spd="med"/>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5EDC7-FBDB-B647-E190-4C2B1A0DA7AD}"/>
            </a:ext>
          </a:extLst>
        </p:cNvPr>
        <p:cNvGrpSpPr/>
        <p:nvPr/>
      </p:nvGrpSpPr>
      <p:grpSpPr>
        <a:xfrm>
          <a:off x="0" y="0"/>
          <a:ext cx="0" cy="0"/>
          <a:chOff x="0" y="0"/>
          <a:chExt cx="0" cy="0"/>
        </a:xfrm>
      </p:grpSpPr>
      <p:sp>
        <p:nvSpPr>
          <p:cNvPr id="350" name="Overview of the workflow">
            <a:extLst>
              <a:ext uri="{FF2B5EF4-FFF2-40B4-BE49-F238E27FC236}">
                <a16:creationId xmlns:a16="http://schemas.microsoft.com/office/drawing/2014/main" id="{D49619FC-B743-AC09-DC43-1DFD35484A18}"/>
              </a:ext>
            </a:extLst>
          </p:cNvPr>
          <p:cNvSpPr txBox="1">
            <a:spLocks noGrp="1"/>
          </p:cNvSpPr>
          <p:nvPr>
            <p:ph type="title"/>
          </p:nvPr>
        </p:nvSpPr>
        <p:spPr>
          <a:prstGeom prst="rect">
            <a:avLst/>
          </a:prstGeom>
        </p:spPr>
        <p:txBody>
          <a:bodyPr/>
          <a:lstStyle/>
          <a:p>
            <a:r>
              <a:t>Overview of the workflow</a:t>
            </a:r>
          </a:p>
        </p:txBody>
      </p:sp>
      <p:sp>
        <p:nvSpPr>
          <p:cNvPr id="351" name="Click to edit body copy">
            <a:extLst>
              <a:ext uri="{FF2B5EF4-FFF2-40B4-BE49-F238E27FC236}">
                <a16:creationId xmlns:a16="http://schemas.microsoft.com/office/drawing/2014/main" id="{B9BB207B-B161-797E-ECB7-1F2DCA751CAF}"/>
              </a:ext>
            </a:extLst>
          </p:cNvPr>
          <p:cNvSpPr txBox="1">
            <a:spLocks noGrp="1"/>
          </p:cNvSpPr>
          <p:nvPr>
            <p:ph type="body" sz="quarter" idx="1"/>
          </p:nvPr>
        </p:nvSpPr>
        <p:spPr>
          <a:prstGeom prst="rect">
            <a:avLst/>
          </a:prstGeom>
        </p:spPr>
        <p:txBody>
          <a:bodyPr/>
          <a:lstStyle/>
          <a:p>
            <a:endParaRPr/>
          </a:p>
        </p:txBody>
      </p:sp>
      <p:sp>
        <p:nvSpPr>
          <p:cNvPr id="352" name="Text Placeholder 4">
            <a:extLst>
              <a:ext uri="{FF2B5EF4-FFF2-40B4-BE49-F238E27FC236}">
                <a16:creationId xmlns:a16="http://schemas.microsoft.com/office/drawing/2014/main" id="{BD7E02ED-4F0F-10A4-4F6B-B8092E54FC76}"/>
              </a:ext>
            </a:extLst>
          </p:cNvPr>
          <p:cNvSpPr>
            <a:spLocks noGrp="1"/>
          </p:cNvSpPr>
          <p:nvPr>
            <p:ph type="body" idx="21"/>
          </p:nvPr>
        </p:nvSpPr>
        <p:spPr>
          <a:prstGeom prst="rect">
            <a:avLst/>
          </a:prstGeom>
        </p:spPr>
        <p:txBody>
          <a:bodyPr/>
          <a:lstStyle/>
          <a:p>
            <a:endParaRPr/>
          </a:p>
        </p:txBody>
      </p:sp>
      <p:sp>
        <p:nvSpPr>
          <p:cNvPr id="353" name="Text Placeholder 7">
            <a:extLst>
              <a:ext uri="{FF2B5EF4-FFF2-40B4-BE49-F238E27FC236}">
                <a16:creationId xmlns:a16="http://schemas.microsoft.com/office/drawing/2014/main" id="{DAA69D43-4056-64B2-FDDA-B0B7F3A0080E}"/>
              </a:ext>
            </a:extLst>
          </p:cNvPr>
          <p:cNvSpPr>
            <a:spLocks noGrp="1"/>
          </p:cNvSpPr>
          <p:nvPr>
            <p:ph type="body" idx="22"/>
          </p:nvPr>
        </p:nvSpPr>
        <p:spPr>
          <a:prstGeom prst="rect">
            <a:avLst/>
          </a:prstGeom>
        </p:spPr>
        <p:txBody>
          <a:bodyPr/>
          <a:lstStyle/>
          <a:p>
            <a:endParaRPr/>
          </a:p>
        </p:txBody>
      </p:sp>
      <p:pic>
        <p:nvPicPr>
          <p:cNvPr id="3" name="Picture 2">
            <a:extLst>
              <a:ext uri="{FF2B5EF4-FFF2-40B4-BE49-F238E27FC236}">
                <a16:creationId xmlns:a16="http://schemas.microsoft.com/office/drawing/2014/main" id="{E550C9F6-B394-6B27-7628-64C775F4DA03}"/>
              </a:ext>
            </a:extLst>
          </p:cNvPr>
          <p:cNvPicPr>
            <a:picLocks noChangeAspect="1"/>
          </p:cNvPicPr>
          <p:nvPr/>
        </p:nvPicPr>
        <p:blipFill>
          <a:blip r:embed="rId3"/>
          <a:stretch>
            <a:fillRect/>
          </a:stretch>
        </p:blipFill>
        <p:spPr>
          <a:xfrm>
            <a:off x="704158" y="1708853"/>
            <a:ext cx="9551920" cy="4490172"/>
          </a:xfrm>
          <a:prstGeom prst="rect">
            <a:avLst/>
          </a:prstGeom>
        </p:spPr>
      </p:pic>
    </p:spTree>
    <p:extLst>
      <p:ext uri="{BB962C8B-B14F-4D97-AF65-F5344CB8AC3E}">
        <p14:creationId xmlns:p14="http://schemas.microsoft.com/office/powerpoint/2010/main" val="106452348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Title 3"/>
          <p:cNvSpPr txBox="1">
            <a:spLocks noGrp="1"/>
          </p:cNvSpPr>
          <p:nvPr>
            <p:ph type="title"/>
          </p:nvPr>
        </p:nvSpPr>
        <p:spPr>
          <a:xfrm>
            <a:off x="430279" y="449926"/>
            <a:ext cx="9687757" cy="584777"/>
          </a:xfrm>
          <a:prstGeom prst="rect">
            <a:avLst/>
          </a:prstGeom>
        </p:spPr>
        <p:txBody>
          <a:bodyPr/>
          <a:lstStyle>
            <a:lvl1pPr defTabSz="822959">
              <a:defRPr sz="2880"/>
            </a:lvl1pPr>
          </a:lstStyle>
          <a:p>
            <a:r>
              <a:t>What are the keywords detected by our methods </a:t>
            </a:r>
          </a:p>
        </p:txBody>
      </p:sp>
      <p:sp>
        <p:nvSpPr>
          <p:cNvPr id="311" name="Text Placeholder 61"/>
          <p:cNvSpPr>
            <a:spLocks noGrp="1"/>
          </p:cNvSpPr>
          <p:nvPr>
            <p:ph type="body" idx="22"/>
          </p:nvPr>
        </p:nvSpPr>
        <p:spPr>
          <a:prstGeom prst="rect">
            <a:avLst/>
          </a:prstGeom>
        </p:spPr>
        <p:txBody>
          <a:bodyPr/>
          <a:lstStyle/>
          <a:p>
            <a:endParaRPr/>
          </a:p>
        </p:txBody>
      </p:sp>
      <p:pic>
        <p:nvPicPr>
          <p:cNvPr id="6" name="Picture 5" descr="A graph showing a number of keywords&#10;&#10;AI-generated content may be incorrect.">
            <a:extLst>
              <a:ext uri="{FF2B5EF4-FFF2-40B4-BE49-F238E27FC236}">
                <a16:creationId xmlns:a16="http://schemas.microsoft.com/office/drawing/2014/main" id="{9E7C4E9B-6949-C7E9-7138-4C5731D4E2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0279" y="1170946"/>
            <a:ext cx="11055139" cy="4773375"/>
          </a:xfrm>
          <a:prstGeom prst="rect">
            <a:avLst/>
          </a:prstGeom>
        </p:spPr>
      </p:pic>
    </p:spTree>
  </p:cSld>
  <p:clrMapOvr>
    <a:masterClrMapping/>
  </p:clrMapOvr>
  <p:transition spd="med"/>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Title 3"/>
          <p:cNvSpPr txBox="1">
            <a:spLocks noGrp="1"/>
          </p:cNvSpPr>
          <p:nvPr>
            <p:ph type="title"/>
          </p:nvPr>
        </p:nvSpPr>
        <p:spPr>
          <a:xfrm>
            <a:off x="609600" y="92074"/>
            <a:ext cx="10972800" cy="1508126"/>
          </a:xfrm>
        </p:spPr>
        <p:txBody>
          <a:bodyPr anchor="ctr">
            <a:normAutofit/>
          </a:bodyPr>
          <a:lstStyle/>
          <a:p>
            <a:r>
              <a:rPr lang="en-AU"/>
              <a:t>Sample Keyword</a:t>
            </a:r>
            <a:endParaRPr/>
          </a:p>
        </p:txBody>
      </p:sp>
      <p:graphicFrame>
        <p:nvGraphicFramePr>
          <p:cNvPr id="298" name="Table 1"/>
          <p:cNvGraphicFramePr/>
          <p:nvPr>
            <p:extLst>
              <p:ext uri="{D42A27DB-BD31-4B8C-83A1-F6EECF244321}">
                <p14:modId xmlns:p14="http://schemas.microsoft.com/office/powerpoint/2010/main" val="124862109"/>
              </p:ext>
            </p:extLst>
          </p:nvPr>
        </p:nvGraphicFramePr>
        <p:xfrm>
          <a:off x="609600" y="1601186"/>
          <a:ext cx="10972801" cy="4069840"/>
        </p:xfrm>
        <a:graphic>
          <a:graphicData uri="http://schemas.openxmlformats.org/drawingml/2006/table">
            <a:tbl>
              <a:tblPr firstRow="1" firstCol="1" bandRow="1">
                <a:noFill/>
                <a:tableStyleId>{4C3C2611-4C71-4FC5-86AE-919BDF0F9419}</a:tableStyleId>
              </a:tblPr>
              <a:tblGrid>
                <a:gridCol w="2948072">
                  <a:extLst>
                    <a:ext uri="{9D8B030D-6E8A-4147-A177-3AD203B41FA5}">
                      <a16:colId xmlns:a16="http://schemas.microsoft.com/office/drawing/2014/main" val="20000"/>
                    </a:ext>
                  </a:extLst>
                </a:gridCol>
                <a:gridCol w="8024729">
                  <a:extLst>
                    <a:ext uri="{9D8B030D-6E8A-4147-A177-3AD203B41FA5}">
                      <a16:colId xmlns:a16="http://schemas.microsoft.com/office/drawing/2014/main" val="20001"/>
                    </a:ext>
                  </a:extLst>
                </a:gridCol>
              </a:tblGrid>
              <a:tr h="429516">
                <a:tc gridSpan="2">
                  <a:txBody>
                    <a:bodyPr/>
                    <a:lstStyle/>
                    <a:p>
                      <a:pPr algn="l">
                        <a:defRPr sz="1800" b="0">
                          <a:solidFill>
                            <a:srgbClr val="000000"/>
                          </a:solidFill>
                        </a:defRPr>
                      </a:pPr>
                      <a:r>
                        <a:rPr sz="1800" b="0" cap="none" spc="0">
                          <a:solidFill>
                            <a:schemeClr val="tx1"/>
                          </a:solidFill>
                        </a:rPr>
                        <a:t>Table </a:t>
                      </a:r>
                      <a:r>
                        <a:rPr lang="en-AU" sz="1800" b="0" cap="none" spc="0">
                          <a:solidFill>
                            <a:schemeClr val="tx1"/>
                          </a:solidFill>
                        </a:rPr>
                        <a:t>2</a:t>
                      </a:r>
                      <a:endParaRPr sz="1800" b="0" cap="none" spc="0">
                        <a:solidFill>
                          <a:schemeClr val="tx1"/>
                        </a:solidFill>
                      </a:endParaRPr>
                    </a:p>
                  </a:txBody>
                  <a:tcPr marL="52809" marR="52809" marT="0" marB="105619" anchor="b" horzOverflow="overflow">
                    <a:lnL w="12700" cmpd="sng">
                      <a:noFill/>
                    </a:lnL>
                    <a:lnR w="12700" cmpd="sng">
                      <a:noFill/>
                    </a:lnR>
                    <a:lnT w="9525" cap="flat" cmpd="sng" algn="ctr">
                      <a:noFill/>
                      <a:prstDash val="solid"/>
                    </a:lnT>
                    <a:lnB w="38100" cmpd="sng">
                      <a:noFill/>
                    </a:lnB>
                    <a:noFill/>
                  </a:tcPr>
                </a:tc>
                <a:tc hMerge="1">
                  <a:txBody>
                    <a:bodyPr/>
                    <a:lstStyle/>
                    <a:p>
                      <a:endParaRPr lang="en-US"/>
                    </a:p>
                  </a:txBody>
                  <a:tcPr/>
                </a:tc>
                <a:extLst>
                  <a:ext uri="{0D108BD9-81ED-4DB2-BD59-A6C34878D82A}">
                    <a16:rowId xmlns:a16="http://schemas.microsoft.com/office/drawing/2014/main" val="10000"/>
                  </a:ext>
                </a:extLst>
              </a:tr>
              <a:tr h="429516">
                <a:tc>
                  <a:txBody>
                    <a:bodyPr/>
                    <a:lstStyle/>
                    <a:p>
                      <a:pPr algn="l">
                        <a:defRPr sz="1800" b="0">
                          <a:solidFill>
                            <a:srgbClr val="000000"/>
                          </a:solidFill>
                        </a:defRPr>
                      </a:pPr>
                      <a:r>
                        <a:rPr sz="1800" b="0" cap="none" spc="0">
                          <a:solidFill>
                            <a:schemeClr val="tx1"/>
                          </a:solidFill>
                        </a:rPr>
                        <a:t>name</a:t>
                      </a:r>
                    </a:p>
                  </a:txBody>
                  <a:tcPr marL="52809" marR="52809" marT="0" marB="105619" horzOverflow="overflow">
                    <a:lnL w="12700" cmpd="sng">
                      <a:noFill/>
                      <a:prstDash val="solid"/>
                    </a:lnL>
                    <a:lnR w="12700" cmpd="sng">
                      <a:noFill/>
                      <a:prstDash val="solid"/>
                    </a:lnR>
                    <a:lnT w="38100" cmpd="sng">
                      <a:noFill/>
                    </a:lnT>
                    <a:lnB w="12700" cap="flat" cmpd="sng" algn="ctr">
                      <a:solidFill>
                        <a:schemeClr val="accent1"/>
                      </a:solidFill>
                      <a:prstDash val="solid"/>
                    </a:lnB>
                    <a:noFill/>
                  </a:tcPr>
                </a:tc>
                <a:tc>
                  <a:txBody>
                    <a:bodyPr/>
                    <a:lstStyle/>
                    <a:p>
                      <a:pPr algn="l">
                        <a:defRPr sz="1800"/>
                      </a:pPr>
                      <a:r>
                        <a:rPr sz="1400" b="1" cap="none" spc="0">
                          <a:solidFill>
                            <a:schemeClr val="tx1"/>
                          </a:solidFill>
                        </a:rPr>
                        <a:t>laser interferometry</a:t>
                      </a:r>
                    </a:p>
                  </a:txBody>
                  <a:tcPr marL="52809" marR="52809" marT="0" marB="105619" horzOverflow="overflow">
                    <a:lnL w="12700" cmpd="sng">
                      <a:noFill/>
                      <a:prstDash val="solid"/>
                    </a:lnL>
                    <a:lnR w="12700" cmpd="sng">
                      <a:noFill/>
                      <a:prstDash val="solid"/>
                    </a:lnR>
                    <a:lnT w="38100" cmpd="sng">
                      <a:noFill/>
                    </a:lnT>
                    <a:lnB w="12700" cap="flat" cmpd="sng" algn="ctr">
                      <a:solidFill>
                        <a:schemeClr val="accent1"/>
                      </a:solidFill>
                      <a:prstDash val="solid"/>
                    </a:lnB>
                    <a:noFill/>
                  </a:tcPr>
                </a:tc>
                <a:extLst>
                  <a:ext uri="{0D108BD9-81ED-4DB2-BD59-A6C34878D82A}">
                    <a16:rowId xmlns:a16="http://schemas.microsoft.com/office/drawing/2014/main" val="10001"/>
                  </a:ext>
                </a:extLst>
              </a:tr>
              <a:tr h="429516">
                <a:tc>
                  <a:txBody>
                    <a:bodyPr/>
                    <a:lstStyle/>
                    <a:p>
                      <a:pPr algn="l">
                        <a:defRPr sz="1800" b="0">
                          <a:solidFill>
                            <a:srgbClr val="000000"/>
                          </a:solidFill>
                        </a:defRPr>
                      </a:pPr>
                      <a:r>
                        <a:rPr sz="1800" b="0" cap="none" spc="0">
                          <a:solidFill>
                            <a:schemeClr val="tx1"/>
                          </a:solidFill>
                        </a:rPr>
                        <a:t>type</a:t>
                      </a:r>
                    </a:p>
                  </a:txBody>
                  <a:tcPr marL="52809" marR="52809" marT="0" marB="105619" horzOverflow="overflow">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l">
                        <a:defRPr sz="1800"/>
                      </a:pPr>
                      <a:r>
                        <a:rPr sz="1400" cap="none" spc="0">
                          <a:solidFill>
                            <a:schemeClr val="tx1"/>
                          </a:solidFill>
                        </a:rPr>
                        <a:t>Methodology</a:t>
                      </a:r>
                    </a:p>
                  </a:txBody>
                  <a:tcPr marL="52809" marR="52809" marT="0" marB="105619" horzOverflow="overflow">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2"/>
                  </a:ext>
                </a:extLst>
              </a:tr>
              <a:tr h="781578">
                <a:tc>
                  <a:txBody>
                    <a:bodyPr/>
                    <a:lstStyle/>
                    <a:p>
                      <a:pPr algn="l">
                        <a:defRPr sz="1800" b="0">
                          <a:solidFill>
                            <a:srgbClr val="000000"/>
                          </a:solidFill>
                        </a:defRPr>
                      </a:pPr>
                      <a:r>
                        <a:rPr sz="1800" b="0" cap="none" spc="0">
                          <a:solidFill>
                            <a:schemeClr val="tx1"/>
                          </a:solidFill>
                        </a:rPr>
                        <a:t>description</a:t>
                      </a:r>
                    </a:p>
                  </a:txBody>
                  <a:tcPr marL="52809" marR="52809" marT="0" marB="105619" horzOverflow="overflow">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l">
                        <a:defRPr sz="1800"/>
                      </a:pPr>
                      <a:r>
                        <a:rPr sz="1400" cap="none" spc="0">
                          <a:solidFill>
                            <a:schemeClr val="tx1"/>
                          </a:solidFill>
                        </a:rPr>
                        <a:t>A technique that uses laser beams and interferometers to 
measure extremely small changes in distance, enabling the 
detection of gravitational wave signals.</a:t>
                      </a:r>
                    </a:p>
                  </a:txBody>
                  <a:tcPr marL="52809" marR="52809" marT="0" marB="105619" horzOverflow="overflow">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extLst>
                  <a:ext uri="{0D108BD9-81ED-4DB2-BD59-A6C34878D82A}">
                    <a16:rowId xmlns:a16="http://schemas.microsoft.com/office/drawing/2014/main" val="10003"/>
                  </a:ext>
                </a:extLst>
              </a:tr>
              <a:tr h="429516">
                <a:tc>
                  <a:txBody>
                    <a:bodyPr/>
                    <a:lstStyle/>
                    <a:p>
                      <a:pPr algn="l">
                        <a:defRPr sz="1800" b="0">
                          <a:solidFill>
                            <a:srgbClr val="000000"/>
                          </a:solidFill>
                        </a:defRPr>
                      </a:pPr>
                      <a:r>
                        <a:rPr sz="1800" b="0" cap="none" spc="0">
                          <a:solidFill>
                            <a:schemeClr val="tx1"/>
                          </a:solidFill>
                        </a:rPr>
                        <a:t>grants</a:t>
                      </a:r>
                    </a:p>
                  </a:txBody>
                  <a:tcPr marL="52809" marR="52809" marT="0" marB="105619" horzOverflow="overflow">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l">
                        <a:defRPr sz="1800"/>
                      </a:pPr>
                      <a:r>
                        <a:rPr sz="1400" cap="none" spc="0">
                          <a:solidFill>
                            <a:schemeClr val="tx1"/>
                          </a:solidFill>
                        </a:rPr>
                        <a:t>['arc/FT100100613', 'arc/LE0989093', 'arc/DP110103347']</a:t>
                      </a:r>
                    </a:p>
                  </a:txBody>
                  <a:tcPr marL="52809" marR="52809" marT="0" marB="105619" horzOverflow="overflow">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4"/>
                  </a:ext>
                </a:extLst>
              </a:tr>
              <a:tr h="570341">
                <a:tc>
                  <a:txBody>
                    <a:bodyPr/>
                    <a:lstStyle/>
                    <a:p>
                      <a:pPr algn="l">
                        <a:defRPr sz="1800" b="0">
                          <a:solidFill>
                            <a:srgbClr val="000000"/>
                          </a:solidFill>
                        </a:defRPr>
                      </a:pPr>
                      <a:r>
                        <a:rPr sz="1800" b="0" cap="none" spc="0">
                          <a:solidFill>
                            <a:schemeClr val="tx1"/>
                          </a:solidFill>
                        </a:rPr>
                        <a:t>organisation_name</a:t>
                      </a:r>
                    </a:p>
                  </a:txBody>
                  <a:tcPr marL="52809" marR="52809" marT="0" marB="105619" horzOverflow="overflow">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pPr algn="l">
                        <a:defRPr sz="1800"/>
                      </a:pPr>
                      <a:r>
                        <a:rPr sz="1400" cap="none" spc="0">
                          <a:solidFill>
                            <a:schemeClr val="tx1"/>
                          </a:solidFill>
                        </a:rPr>
                        <a:t>['Australian National University', 'University of Otago', 
‘Australian National University', 'University of Western Australia’</a:t>
                      </a:r>
                      <a:r>
                        <a:rPr lang="en-AU" sz="1400" cap="none" spc="0">
                          <a:solidFill>
                            <a:schemeClr val="tx1"/>
                          </a:solidFill>
                        </a:rPr>
                        <a:t>,…</a:t>
                      </a:r>
                      <a:r>
                        <a:rPr sz="1400" cap="none" spc="0">
                          <a:solidFill>
                            <a:schemeClr val="tx1"/>
                          </a:solidFill>
                        </a:rPr>
                        <a:t>]</a:t>
                      </a:r>
                    </a:p>
                  </a:txBody>
                  <a:tcPr marL="52809" marR="52809" marT="0" marB="105619" horzOverflow="overflow">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extLst>
                  <a:ext uri="{0D108BD9-81ED-4DB2-BD59-A6C34878D82A}">
                    <a16:rowId xmlns:a16="http://schemas.microsoft.com/office/drawing/2014/main" val="10005"/>
                  </a:ext>
                </a:extLst>
              </a:tr>
              <a:tr h="429516">
                <a:tc>
                  <a:txBody>
                    <a:bodyPr/>
                    <a:lstStyle/>
                    <a:p>
                      <a:pPr algn="l">
                        <a:defRPr sz="1800" b="0">
                          <a:solidFill>
                            <a:srgbClr val="000000"/>
                          </a:solidFill>
                        </a:defRPr>
                      </a:pPr>
                      <a:r>
                        <a:rPr sz="1800" b="0" cap="none" spc="0">
                          <a:solidFill>
                            <a:schemeClr val="tx1"/>
                          </a:solidFill>
                        </a:rPr>
                        <a:t>organisation_country</a:t>
                      </a:r>
                    </a:p>
                  </a:txBody>
                  <a:tcPr marL="52809" marR="52809" marT="0" marB="105619" horzOverflow="overflow">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pPr algn="l">
                        <a:defRPr sz="1800"/>
                      </a:pPr>
                      <a:r>
                        <a:rPr sz="1400" cap="none" spc="0">
                          <a:solidFill>
                            <a:schemeClr val="tx1"/>
                          </a:solidFill>
                        </a:rPr>
                        <a:t>['AU', 'NZ', 'AU', 'AU’</a:t>
                      </a:r>
                      <a:r>
                        <a:rPr lang="en-AU" sz="1400" cap="none" spc="0">
                          <a:solidFill>
                            <a:schemeClr val="tx1"/>
                          </a:solidFill>
                        </a:rPr>
                        <a:t>,….</a:t>
                      </a:r>
                      <a:r>
                        <a:rPr sz="1400" cap="none" spc="0">
                          <a:solidFill>
                            <a:schemeClr val="tx1"/>
                          </a:solidFill>
                        </a:rPr>
                        <a:t>]</a:t>
                      </a:r>
                    </a:p>
                  </a:txBody>
                  <a:tcPr marL="52809" marR="52809" marT="0" marB="105619" horzOverflow="overflow">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6"/>
                  </a:ext>
                </a:extLst>
              </a:tr>
              <a:tr h="570341">
                <a:tc>
                  <a:txBody>
                    <a:bodyPr/>
                    <a:lstStyle/>
                    <a:p>
                      <a:pPr algn="l">
                        <a:defRPr sz="1800" b="0">
                          <a:solidFill>
                            <a:srgbClr val="000000"/>
                          </a:solidFill>
                        </a:defRPr>
                      </a:pPr>
                      <a:r>
                        <a:rPr sz="1800" b="0" cap="none" spc="0" err="1">
                          <a:solidFill>
                            <a:schemeClr val="tx1"/>
                          </a:solidFill>
                        </a:rPr>
                        <a:t>researcher_orcid</a:t>
                      </a:r>
                      <a:endParaRPr sz="1800" b="0" cap="none" spc="0">
                        <a:solidFill>
                          <a:schemeClr val="tx1"/>
                        </a:solidFill>
                      </a:endParaRPr>
                    </a:p>
                  </a:txBody>
                  <a:tcPr marL="52809" marR="52809" marT="0" marB="105619" horzOverflow="overflow">
                    <a:lnL w="12700" cmpd="sng">
                      <a:noFill/>
                      <a:prstDash val="solid"/>
                    </a:lnL>
                    <a:lnR w="12700" cmpd="sng">
                      <a:noFill/>
                      <a:prstDash val="solid"/>
                    </a:lnR>
                    <a:lnT w="12700" cmpd="sng">
                      <a:noFill/>
                      <a:prstDash val="solid"/>
                    </a:lnT>
                    <a:lnB w="12700" cmpd="sng">
                      <a:noFill/>
                      <a:prstDash val="solid"/>
                    </a:lnB>
                    <a:noFill/>
                  </a:tcPr>
                </a:tc>
                <a:tc>
                  <a:txBody>
                    <a:bodyPr/>
                    <a:lstStyle/>
                    <a:p>
                      <a:pPr algn="l">
                        <a:defRPr sz="1800"/>
                      </a:pPr>
                      <a:r>
                        <a:rPr sz="1400" cap="none" spc="0">
                          <a:solidFill>
                            <a:schemeClr val="tx1"/>
                          </a:solidFill>
                        </a:rPr>
                        <a:t>['0000-0001-6210-5842', ‘0000-0001-6210-5842',
 '0000-0001-6210-5842', '0000-0001-6210-5842’</a:t>
                      </a:r>
                      <a:r>
                        <a:rPr lang="en-AU" sz="1400" cap="none" spc="0">
                          <a:solidFill>
                            <a:schemeClr val="tx1"/>
                          </a:solidFill>
                        </a:rPr>
                        <a:t>,…</a:t>
                      </a:r>
                      <a:r>
                        <a:rPr sz="1400" cap="none" spc="0">
                          <a:solidFill>
                            <a:schemeClr val="tx1"/>
                          </a:solidFill>
                        </a:rPr>
                        <a:t>]</a:t>
                      </a:r>
                    </a:p>
                  </a:txBody>
                  <a:tcPr marL="52809" marR="52809" marT="0" marB="105619" horzOverflow="overflow">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007"/>
                  </a:ext>
                </a:extLst>
              </a:tr>
            </a:tbl>
          </a:graphicData>
        </a:graphic>
      </p:graphicFrame>
    </p:spTree>
  </p:cSld>
  <p:clrMapOvr>
    <a:masterClrMapping/>
  </p:clrMapOvr>
  <p:transition spd="med"/>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Keywords Trends"/>
          <p:cNvSpPr txBox="1">
            <a:spLocks noGrp="1"/>
          </p:cNvSpPr>
          <p:nvPr>
            <p:ph type="title"/>
          </p:nvPr>
        </p:nvSpPr>
        <p:spPr>
          <a:prstGeom prst="rect">
            <a:avLst/>
          </a:prstGeom>
        </p:spPr>
        <p:txBody>
          <a:bodyPr/>
          <a:lstStyle/>
          <a:p>
            <a:r>
              <a:t>Keywords Trends</a:t>
            </a:r>
          </a:p>
        </p:txBody>
      </p:sp>
      <p:sp>
        <p:nvSpPr>
          <p:cNvPr id="315" name="Click to edit body copy"/>
          <p:cNvSpPr txBox="1">
            <a:spLocks noGrp="1"/>
          </p:cNvSpPr>
          <p:nvPr>
            <p:ph type="body" sz="quarter" idx="1"/>
          </p:nvPr>
        </p:nvSpPr>
        <p:spPr>
          <a:prstGeom prst="rect">
            <a:avLst/>
          </a:prstGeom>
        </p:spPr>
        <p:txBody>
          <a:bodyPr/>
          <a:lstStyle/>
          <a:p>
            <a:endParaRPr/>
          </a:p>
        </p:txBody>
      </p:sp>
      <p:sp>
        <p:nvSpPr>
          <p:cNvPr id="316" name="Text Placeholder 4"/>
          <p:cNvSpPr>
            <a:spLocks noGrp="1"/>
          </p:cNvSpPr>
          <p:nvPr>
            <p:ph type="body" idx="21"/>
          </p:nvPr>
        </p:nvSpPr>
        <p:spPr>
          <a:prstGeom prst="rect">
            <a:avLst/>
          </a:prstGeom>
        </p:spPr>
        <p:txBody>
          <a:bodyPr/>
          <a:lstStyle/>
          <a:p>
            <a:endParaRPr/>
          </a:p>
        </p:txBody>
      </p:sp>
      <p:sp>
        <p:nvSpPr>
          <p:cNvPr id="317" name="Text Placeholder 7"/>
          <p:cNvSpPr>
            <a:spLocks noGrp="1"/>
          </p:cNvSpPr>
          <p:nvPr>
            <p:ph type="body" idx="22"/>
          </p:nvPr>
        </p:nvSpPr>
        <p:spPr>
          <a:prstGeom prst="rect">
            <a:avLst/>
          </a:prstGeom>
        </p:spPr>
        <p:txBody>
          <a:bodyPr/>
          <a:lstStyle/>
          <a:p>
            <a:endParaRPr/>
          </a:p>
        </p:txBody>
      </p:sp>
      <p:pic>
        <p:nvPicPr>
          <p:cNvPr id="4" name="Picture 3" descr="A graph of different colored lines&#10;&#10;AI-generated content may be incorrect.">
            <a:extLst>
              <a:ext uri="{FF2B5EF4-FFF2-40B4-BE49-F238E27FC236}">
                <a16:creationId xmlns:a16="http://schemas.microsoft.com/office/drawing/2014/main" id="{E14B72F5-720B-8B18-6CB6-808FC6A3F7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0279" y="1180199"/>
            <a:ext cx="10157154" cy="4791110"/>
          </a:xfrm>
          <a:prstGeom prst="rect">
            <a:avLst/>
          </a:prstGeom>
        </p:spPr>
      </p:pic>
    </p:spTree>
  </p:cSld>
  <p:clrMapOvr>
    <a:masterClrMapping/>
  </p:clrMapOvr>
  <p:transition spd="med"/>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Category Case Study"/>
          <p:cNvSpPr txBox="1">
            <a:spLocks noGrp="1"/>
          </p:cNvSpPr>
          <p:nvPr>
            <p:ph type="title"/>
          </p:nvPr>
        </p:nvSpPr>
        <p:spPr>
          <a:prstGeom prst="rect">
            <a:avLst/>
          </a:prstGeom>
        </p:spPr>
        <p:txBody>
          <a:bodyPr/>
          <a:lstStyle/>
          <a:p>
            <a:r>
              <a:t>Category</a:t>
            </a:r>
            <a:r>
              <a:rPr lang="en-AU"/>
              <a:t> Sample</a:t>
            </a:r>
            <a:endParaRPr/>
          </a:p>
        </p:txBody>
      </p:sp>
      <p:sp>
        <p:nvSpPr>
          <p:cNvPr id="340" name="Click to edit body copy"/>
          <p:cNvSpPr txBox="1">
            <a:spLocks noGrp="1"/>
          </p:cNvSpPr>
          <p:nvPr>
            <p:ph type="body" sz="quarter" idx="1"/>
          </p:nvPr>
        </p:nvSpPr>
        <p:spPr>
          <a:prstGeom prst="rect">
            <a:avLst/>
          </a:prstGeom>
        </p:spPr>
        <p:txBody>
          <a:bodyPr/>
          <a:lstStyle/>
          <a:p>
            <a:endParaRPr/>
          </a:p>
        </p:txBody>
      </p:sp>
      <p:sp>
        <p:nvSpPr>
          <p:cNvPr id="341" name="Text Placeholder 4"/>
          <p:cNvSpPr>
            <a:spLocks noGrp="1"/>
          </p:cNvSpPr>
          <p:nvPr>
            <p:ph type="body" idx="21"/>
          </p:nvPr>
        </p:nvSpPr>
        <p:spPr>
          <a:prstGeom prst="rect">
            <a:avLst/>
          </a:prstGeom>
        </p:spPr>
        <p:txBody>
          <a:bodyPr/>
          <a:lstStyle/>
          <a:p>
            <a:endParaRPr/>
          </a:p>
        </p:txBody>
      </p:sp>
      <p:sp>
        <p:nvSpPr>
          <p:cNvPr id="342" name="Text Placeholder 7"/>
          <p:cNvSpPr>
            <a:spLocks noGrp="1"/>
          </p:cNvSpPr>
          <p:nvPr>
            <p:ph type="body" idx="22"/>
          </p:nvPr>
        </p:nvSpPr>
        <p:spPr>
          <a:prstGeom prst="rect">
            <a:avLst/>
          </a:prstGeom>
        </p:spPr>
        <p:txBody>
          <a:bodyPr/>
          <a:lstStyle/>
          <a:p>
            <a:endParaRPr/>
          </a:p>
        </p:txBody>
      </p:sp>
      <p:pic>
        <p:nvPicPr>
          <p:cNvPr id="7" name="Picture 6" descr="A screenshot of a computer&#10;&#10;AI-generated content may be incorrect.">
            <a:extLst>
              <a:ext uri="{FF2B5EF4-FFF2-40B4-BE49-F238E27FC236}">
                <a16:creationId xmlns:a16="http://schemas.microsoft.com/office/drawing/2014/main" id="{55417DD4-F14A-8AA0-6E97-8B15066114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93" y="2407483"/>
            <a:ext cx="11786766" cy="1662681"/>
          </a:xfrm>
          <a:prstGeom prst="rect">
            <a:avLst/>
          </a:prstGeom>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Category Overview"/>
          <p:cNvSpPr txBox="1">
            <a:spLocks noGrp="1"/>
          </p:cNvSpPr>
          <p:nvPr>
            <p:ph type="title"/>
          </p:nvPr>
        </p:nvSpPr>
        <p:spPr>
          <a:prstGeom prst="rect">
            <a:avLst/>
          </a:prstGeom>
        </p:spPr>
        <p:txBody>
          <a:bodyPr/>
          <a:lstStyle/>
          <a:p>
            <a:r>
              <a:t>Category Overview</a:t>
            </a:r>
          </a:p>
        </p:txBody>
      </p:sp>
      <p:sp>
        <p:nvSpPr>
          <p:cNvPr id="329" name="Click to edit body copy"/>
          <p:cNvSpPr txBox="1">
            <a:spLocks noGrp="1"/>
          </p:cNvSpPr>
          <p:nvPr>
            <p:ph type="body" sz="quarter" idx="1"/>
          </p:nvPr>
        </p:nvSpPr>
        <p:spPr>
          <a:prstGeom prst="rect">
            <a:avLst/>
          </a:prstGeom>
        </p:spPr>
        <p:txBody>
          <a:bodyPr/>
          <a:lstStyle/>
          <a:p>
            <a:endParaRPr/>
          </a:p>
        </p:txBody>
      </p:sp>
      <p:sp>
        <p:nvSpPr>
          <p:cNvPr id="330" name="Text Placeholder 4"/>
          <p:cNvSpPr>
            <a:spLocks noGrp="1"/>
          </p:cNvSpPr>
          <p:nvPr>
            <p:ph type="body" idx="21"/>
          </p:nvPr>
        </p:nvSpPr>
        <p:spPr>
          <a:prstGeom prst="rect">
            <a:avLst/>
          </a:prstGeom>
        </p:spPr>
        <p:txBody>
          <a:bodyPr/>
          <a:lstStyle/>
          <a:p>
            <a:endParaRPr/>
          </a:p>
        </p:txBody>
      </p:sp>
      <p:sp>
        <p:nvSpPr>
          <p:cNvPr id="331" name="Text Placeholder 7"/>
          <p:cNvSpPr>
            <a:spLocks noGrp="1"/>
          </p:cNvSpPr>
          <p:nvPr>
            <p:ph type="body" idx="22"/>
          </p:nvPr>
        </p:nvSpPr>
        <p:spPr>
          <a:prstGeom prst="rect">
            <a:avLst/>
          </a:prstGeom>
        </p:spPr>
        <p:txBody>
          <a:bodyPr/>
          <a:lstStyle/>
          <a:p>
            <a:endParaRPr/>
          </a:p>
        </p:txBody>
      </p:sp>
      <p:pic>
        <p:nvPicPr>
          <p:cNvPr id="3" name="Picture 2" descr="A graph of different colored lines&#10;&#10;AI-generated content may be incorrect.">
            <a:extLst>
              <a:ext uri="{FF2B5EF4-FFF2-40B4-BE49-F238E27FC236}">
                <a16:creationId xmlns:a16="http://schemas.microsoft.com/office/drawing/2014/main" id="{CE677BA3-D265-3828-7DBB-913AA17B76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0328" y="1180198"/>
            <a:ext cx="10390908" cy="4901371"/>
          </a:xfrm>
          <a:prstGeom prst="rect">
            <a:avLst/>
          </a:prstGeom>
        </p:spPr>
      </p:pic>
    </p:spTree>
  </p:cSld>
  <p:clrMapOvr>
    <a:masterClrMapping/>
  </p:clrMapOvr>
  <p:transition spd="med"/>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D96D6-8504-E493-8BF7-5447804222AC}"/>
            </a:ext>
          </a:extLst>
        </p:cNvPr>
        <p:cNvGrpSpPr/>
        <p:nvPr/>
      </p:nvGrpSpPr>
      <p:grpSpPr>
        <a:xfrm>
          <a:off x="0" y="0"/>
          <a:ext cx="0" cy="0"/>
          <a:chOff x="0" y="0"/>
          <a:chExt cx="0" cy="0"/>
        </a:xfrm>
      </p:grpSpPr>
      <p:sp>
        <p:nvSpPr>
          <p:cNvPr id="328" name="Category Overview">
            <a:extLst>
              <a:ext uri="{FF2B5EF4-FFF2-40B4-BE49-F238E27FC236}">
                <a16:creationId xmlns:a16="http://schemas.microsoft.com/office/drawing/2014/main" id="{C7D1EF56-548D-5D8B-A7B6-417633C444FB}"/>
              </a:ext>
            </a:extLst>
          </p:cNvPr>
          <p:cNvSpPr txBox="1">
            <a:spLocks noGrp="1"/>
          </p:cNvSpPr>
          <p:nvPr>
            <p:ph type="title"/>
          </p:nvPr>
        </p:nvSpPr>
        <p:spPr>
          <a:prstGeom prst="rect">
            <a:avLst/>
          </a:prstGeom>
        </p:spPr>
        <p:txBody>
          <a:bodyPr/>
          <a:lstStyle/>
          <a:p>
            <a:r>
              <a:rPr lang="en-AU" dirty="0"/>
              <a:t>Swinburne</a:t>
            </a:r>
            <a:endParaRPr dirty="0"/>
          </a:p>
        </p:txBody>
      </p:sp>
      <p:sp>
        <p:nvSpPr>
          <p:cNvPr id="329" name="Click to edit body copy">
            <a:extLst>
              <a:ext uri="{FF2B5EF4-FFF2-40B4-BE49-F238E27FC236}">
                <a16:creationId xmlns:a16="http://schemas.microsoft.com/office/drawing/2014/main" id="{CE5CFDD8-B102-1F25-B2DF-AEB832678D6B}"/>
              </a:ext>
            </a:extLst>
          </p:cNvPr>
          <p:cNvSpPr txBox="1">
            <a:spLocks noGrp="1"/>
          </p:cNvSpPr>
          <p:nvPr>
            <p:ph type="body" sz="quarter" idx="1"/>
          </p:nvPr>
        </p:nvSpPr>
        <p:spPr>
          <a:prstGeom prst="rect">
            <a:avLst/>
          </a:prstGeom>
        </p:spPr>
        <p:txBody>
          <a:bodyPr/>
          <a:lstStyle/>
          <a:p>
            <a:endParaRPr/>
          </a:p>
        </p:txBody>
      </p:sp>
      <p:sp>
        <p:nvSpPr>
          <p:cNvPr id="330" name="Text Placeholder 4">
            <a:extLst>
              <a:ext uri="{FF2B5EF4-FFF2-40B4-BE49-F238E27FC236}">
                <a16:creationId xmlns:a16="http://schemas.microsoft.com/office/drawing/2014/main" id="{E844810F-E7F0-290B-D851-948997627781}"/>
              </a:ext>
            </a:extLst>
          </p:cNvPr>
          <p:cNvSpPr>
            <a:spLocks noGrp="1"/>
          </p:cNvSpPr>
          <p:nvPr>
            <p:ph type="body" idx="21"/>
          </p:nvPr>
        </p:nvSpPr>
        <p:spPr>
          <a:prstGeom prst="rect">
            <a:avLst/>
          </a:prstGeom>
        </p:spPr>
        <p:txBody>
          <a:bodyPr/>
          <a:lstStyle/>
          <a:p>
            <a:endParaRPr/>
          </a:p>
        </p:txBody>
      </p:sp>
      <p:sp>
        <p:nvSpPr>
          <p:cNvPr id="331" name="Text Placeholder 7">
            <a:extLst>
              <a:ext uri="{FF2B5EF4-FFF2-40B4-BE49-F238E27FC236}">
                <a16:creationId xmlns:a16="http://schemas.microsoft.com/office/drawing/2014/main" id="{C769E15C-18AA-CE89-0332-9F23B466C1BB}"/>
              </a:ext>
            </a:extLst>
          </p:cNvPr>
          <p:cNvSpPr>
            <a:spLocks noGrp="1"/>
          </p:cNvSpPr>
          <p:nvPr>
            <p:ph type="body" idx="22"/>
          </p:nvPr>
        </p:nvSpPr>
        <p:spPr>
          <a:prstGeom prst="rect">
            <a:avLst/>
          </a:prstGeom>
        </p:spPr>
        <p:txBody>
          <a:bodyPr/>
          <a:lstStyle/>
          <a:p>
            <a:endParaRPr/>
          </a:p>
        </p:txBody>
      </p:sp>
      <p:pic>
        <p:nvPicPr>
          <p:cNvPr id="3" name="Picture 2" descr="A graph of different colored lines&#10;&#10;AI-generated content may be incorrect.">
            <a:extLst>
              <a:ext uri="{FF2B5EF4-FFF2-40B4-BE49-F238E27FC236}">
                <a16:creationId xmlns:a16="http://schemas.microsoft.com/office/drawing/2014/main" id="{EBCD6D34-E8AD-0315-1152-DEBF99516E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0278" y="1371802"/>
            <a:ext cx="11528359" cy="4531587"/>
          </a:xfrm>
          <a:prstGeom prst="rect">
            <a:avLst/>
          </a:prstGeom>
        </p:spPr>
      </p:pic>
    </p:spTree>
    <p:extLst>
      <p:ext uri="{BB962C8B-B14F-4D97-AF65-F5344CB8AC3E}">
        <p14:creationId xmlns:p14="http://schemas.microsoft.com/office/powerpoint/2010/main" val="614279825"/>
      </p:ext>
    </p:extLst>
  </p:cSld>
  <p:clrMapOvr>
    <a:masterClrMapping/>
  </p:clrMapOvr>
  <p:transition spd="med"/>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F9790-F4B7-6B2D-F390-F1D0F1001E69}"/>
            </a:ext>
          </a:extLst>
        </p:cNvPr>
        <p:cNvGrpSpPr/>
        <p:nvPr/>
      </p:nvGrpSpPr>
      <p:grpSpPr>
        <a:xfrm>
          <a:off x="0" y="0"/>
          <a:ext cx="0" cy="0"/>
          <a:chOff x="0" y="0"/>
          <a:chExt cx="0" cy="0"/>
        </a:xfrm>
      </p:grpSpPr>
      <p:sp>
        <p:nvSpPr>
          <p:cNvPr id="328" name="Category Overview">
            <a:extLst>
              <a:ext uri="{FF2B5EF4-FFF2-40B4-BE49-F238E27FC236}">
                <a16:creationId xmlns:a16="http://schemas.microsoft.com/office/drawing/2014/main" id="{3ACBFFE1-B6B5-5FE5-6C8A-11238951AB41}"/>
              </a:ext>
            </a:extLst>
          </p:cNvPr>
          <p:cNvSpPr txBox="1">
            <a:spLocks noGrp="1"/>
          </p:cNvSpPr>
          <p:nvPr>
            <p:ph type="title"/>
          </p:nvPr>
        </p:nvSpPr>
        <p:spPr>
          <a:prstGeom prst="rect">
            <a:avLst/>
          </a:prstGeom>
        </p:spPr>
        <p:txBody>
          <a:bodyPr>
            <a:normAutofit fontScale="90000"/>
          </a:bodyPr>
          <a:lstStyle/>
          <a:p>
            <a:r>
              <a:rPr lang="en-AU" dirty="0"/>
              <a:t>Swinburne compared with rest of Australia in machine learning</a:t>
            </a:r>
            <a:endParaRPr dirty="0"/>
          </a:p>
        </p:txBody>
      </p:sp>
      <p:sp>
        <p:nvSpPr>
          <p:cNvPr id="329" name="Click to edit body copy">
            <a:extLst>
              <a:ext uri="{FF2B5EF4-FFF2-40B4-BE49-F238E27FC236}">
                <a16:creationId xmlns:a16="http://schemas.microsoft.com/office/drawing/2014/main" id="{E5AB1FDA-673F-8883-F823-60711E70D2D5}"/>
              </a:ext>
            </a:extLst>
          </p:cNvPr>
          <p:cNvSpPr txBox="1">
            <a:spLocks noGrp="1"/>
          </p:cNvSpPr>
          <p:nvPr>
            <p:ph type="body" sz="quarter" idx="1"/>
          </p:nvPr>
        </p:nvSpPr>
        <p:spPr>
          <a:prstGeom prst="rect">
            <a:avLst/>
          </a:prstGeom>
        </p:spPr>
        <p:txBody>
          <a:bodyPr/>
          <a:lstStyle/>
          <a:p>
            <a:endParaRPr/>
          </a:p>
        </p:txBody>
      </p:sp>
      <p:sp>
        <p:nvSpPr>
          <p:cNvPr id="330" name="Text Placeholder 4">
            <a:extLst>
              <a:ext uri="{FF2B5EF4-FFF2-40B4-BE49-F238E27FC236}">
                <a16:creationId xmlns:a16="http://schemas.microsoft.com/office/drawing/2014/main" id="{02B85C9E-F3DF-94E9-CDB7-9612FBDE71BE}"/>
              </a:ext>
            </a:extLst>
          </p:cNvPr>
          <p:cNvSpPr>
            <a:spLocks noGrp="1"/>
          </p:cNvSpPr>
          <p:nvPr>
            <p:ph type="body" idx="21"/>
          </p:nvPr>
        </p:nvSpPr>
        <p:spPr>
          <a:prstGeom prst="rect">
            <a:avLst/>
          </a:prstGeom>
        </p:spPr>
        <p:txBody>
          <a:bodyPr/>
          <a:lstStyle/>
          <a:p>
            <a:endParaRPr/>
          </a:p>
        </p:txBody>
      </p:sp>
      <p:sp>
        <p:nvSpPr>
          <p:cNvPr id="331" name="Text Placeholder 7">
            <a:extLst>
              <a:ext uri="{FF2B5EF4-FFF2-40B4-BE49-F238E27FC236}">
                <a16:creationId xmlns:a16="http://schemas.microsoft.com/office/drawing/2014/main" id="{D5503CBA-DC3C-77CA-C578-52D2464C64E6}"/>
              </a:ext>
            </a:extLst>
          </p:cNvPr>
          <p:cNvSpPr>
            <a:spLocks noGrp="1"/>
          </p:cNvSpPr>
          <p:nvPr>
            <p:ph type="body" idx="22"/>
          </p:nvPr>
        </p:nvSpPr>
        <p:spPr>
          <a:prstGeom prst="rect">
            <a:avLst/>
          </a:prstGeom>
        </p:spPr>
        <p:txBody>
          <a:bodyPr/>
          <a:lstStyle/>
          <a:p>
            <a:endParaRPr/>
          </a:p>
        </p:txBody>
      </p:sp>
      <p:pic>
        <p:nvPicPr>
          <p:cNvPr id="7" name="Picture 6" descr="A graph with a line and a line&#10;&#10;AI-generated content may be incorrect.">
            <a:extLst>
              <a:ext uri="{FF2B5EF4-FFF2-40B4-BE49-F238E27FC236}">
                <a16:creationId xmlns:a16="http://schemas.microsoft.com/office/drawing/2014/main" id="{4E9973C8-601D-E174-2799-FAB4C5AB93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6111" y="1385731"/>
            <a:ext cx="9448013" cy="5199378"/>
          </a:xfrm>
          <a:prstGeom prst="rect">
            <a:avLst/>
          </a:prstGeom>
        </p:spPr>
      </p:pic>
    </p:spTree>
    <p:extLst>
      <p:ext uri="{BB962C8B-B14F-4D97-AF65-F5344CB8AC3E}">
        <p14:creationId xmlns:p14="http://schemas.microsoft.com/office/powerpoint/2010/main" val="1453153454"/>
      </p:ext>
    </p:extLst>
  </p:cSld>
  <p:clrMapOvr>
    <a:masterClrMapping/>
  </p:clrMapOvr>
  <p:transition spd="med"/>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79123-6A4C-119C-E710-C758ED68070E}"/>
              </a:ext>
            </a:extLst>
          </p:cNvPr>
          <p:cNvSpPr>
            <a:spLocks noGrp="1"/>
          </p:cNvSpPr>
          <p:nvPr>
            <p:ph type="title"/>
          </p:nvPr>
        </p:nvSpPr>
        <p:spPr/>
        <p:txBody>
          <a:bodyPr/>
          <a:lstStyle/>
          <a:p>
            <a:r>
              <a:rPr lang="en-US"/>
              <a:t>Methodology</a:t>
            </a:r>
          </a:p>
        </p:txBody>
      </p:sp>
    </p:spTree>
    <p:extLst>
      <p:ext uri="{BB962C8B-B14F-4D97-AF65-F5344CB8AC3E}">
        <p14:creationId xmlns:p14="http://schemas.microsoft.com/office/powerpoint/2010/main" val="33031733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E8222-9C7F-9BBC-D046-8D22D6E218E2}"/>
            </a:ext>
          </a:extLst>
        </p:cNvPr>
        <p:cNvGrpSpPr/>
        <p:nvPr/>
      </p:nvGrpSpPr>
      <p:grpSpPr>
        <a:xfrm>
          <a:off x="0" y="0"/>
          <a:ext cx="0" cy="0"/>
          <a:chOff x="0" y="0"/>
          <a:chExt cx="0" cy="0"/>
        </a:xfrm>
      </p:grpSpPr>
      <p:sp>
        <p:nvSpPr>
          <p:cNvPr id="350" name="Overview of the workflow">
            <a:extLst>
              <a:ext uri="{FF2B5EF4-FFF2-40B4-BE49-F238E27FC236}">
                <a16:creationId xmlns:a16="http://schemas.microsoft.com/office/drawing/2014/main" id="{14DC885F-A955-6677-75AB-97A8DB275211}"/>
              </a:ext>
            </a:extLst>
          </p:cNvPr>
          <p:cNvSpPr txBox="1">
            <a:spLocks noGrp="1"/>
          </p:cNvSpPr>
          <p:nvPr>
            <p:ph type="title"/>
          </p:nvPr>
        </p:nvSpPr>
        <p:spPr>
          <a:prstGeom prst="rect">
            <a:avLst/>
          </a:prstGeom>
        </p:spPr>
        <p:txBody>
          <a:bodyPr/>
          <a:lstStyle/>
          <a:p>
            <a:r>
              <a:t>Overview of the workflow</a:t>
            </a:r>
          </a:p>
        </p:txBody>
      </p:sp>
      <p:sp>
        <p:nvSpPr>
          <p:cNvPr id="351" name="Click to edit body copy">
            <a:extLst>
              <a:ext uri="{FF2B5EF4-FFF2-40B4-BE49-F238E27FC236}">
                <a16:creationId xmlns:a16="http://schemas.microsoft.com/office/drawing/2014/main" id="{058C6F25-CC1F-A968-B311-55669A47CAF3}"/>
              </a:ext>
            </a:extLst>
          </p:cNvPr>
          <p:cNvSpPr txBox="1">
            <a:spLocks noGrp="1"/>
          </p:cNvSpPr>
          <p:nvPr>
            <p:ph type="body" sz="quarter" idx="1"/>
          </p:nvPr>
        </p:nvSpPr>
        <p:spPr>
          <a:prstGeom prst="rect">
            <a:avLst/>
          </a:prstGeom>
        </p:spPr>
        <p:txBody>
          <a:bodyPr/>
          <a:lstStyle/>
          <a:p>
            <a:endParaRPr/>
          </a:p>
        </p:txBody>
      </p:sp>
      <p:sp>
        <p:nvSpPr>
          <p:cNvPr id="352" name="Text Placeholder 4">
            <a:extLst>
              <a:ext uri="{FF2B5EF4-FFF2-40B4-BE49-F238E27FC236}">
                <a16:creationId xmlns:a16="http://schemas.microsoft.com/office/drawing/2014/main" id="{138B91A9-51DE-61CD-0A07-517F86542A35}"/>
              </a:ext>
            </a:extLst>
          </p:cNvPr>
          <p:cNvSpPr>
            <a:spLocks noGrp="1"/>
          </p:cNvSpPr>
          <p:nvPr>
            <p:ph type="body" idx="21"/>
          </p:nvPr>
        </p:nvSpPr>
        <p:spPr>
          <a:prstGeom prst="rect">
            <a:avLst/>
          </a:prstGeom>
        </p:spPr>
        <p:txBody>
          <a:bodyPr/>
          <a:lstStyle/>
          <a:p>
            <a:endParaRPr/>
          </a:p>
        </p:txBody>
      </p:sp>
      <p:sp>
        <p:nvSpPr>
          <p:cNvPr id="353" name="Text Placeholder 7">
            <a:extLst>
              <a:ext uri="{FF2B5EF4-FFF2-40B4-BE49-F238E27FC236}">
                <a16:creationId xmlns:a16="http://schemas.microsoft.com/office/drawing/2014/main" id="{F7D96203-6007-0467-A3A7-126BA04CF3D5}"/>
              </a:ext>
            </a:extLst>
          </p:cNvPr>
          <p:cNvSpPr>
            <a:spLocks noGrp="1"/>
          </p:cNvSpPr>
          <p:nvPr>
            <p:ph type="body" idx="22"/>
          </p:nvPr>
        </p:nvSpPr>
        <p:spPr>
          <a:prstGeom prst="rect">
            <a:avLst/>
          </a:prstGeom>
        </p:spPr>
        <p:txBody>
          <a:bodyPr/>
          <a:lstStyle/>
          <a:p>
            <a:endParaRPr/>
          </a:p>
        </p:txBody>
      </p:sp>
      <p:pic>
        <p:nvPicPr>
          <p:cNvPr id="3" name="Picture 2">
            <a:extLst>
              <a:ext uri="{FF2B5EF4-FFF2-40B4-BE49-F238E27FC236}">
                <a16:creationId xmlns:a16="http://schemas.microsoft.com/office/drawing/2014/main" id="{403B4427-BF8D-A2C9-3727-68F5B8637866}"/>
              </a:ext>
            </a:extLst>
          </p:cNvPr>
          <p:cNvPicPr>
            <a:picLocks noChangeAspect="1"/>
          </p:cNvPicPr>
          <p:nvPr/>
        </p:nvPicPr>
        <p:blipFill>
          <a:blip r:embed="rId3"/>
          <a:stretch>
            <a:fillRect/>
          </a:stretch>
        </p:blipFill>
        <p:spPr>
          <a:xfrm>
            <a:off x="704158" y="1708853"/>
            <a:ext cx="9551920" cy="4490172"/>
          </a:xfrm>
          <a:prstGeom prst="rect">
            <a:avLst/>
          </a:prstGeom>
        </p:spPr>
      </p:pic>
    </p:spTree>
    <p:extLst>
      <p:ext uri="{BB962C8B-B14F-4D97-AF65-F5344CB8AC3E}">
        <p14:creationId xmlns:p14="http://schemas.microsoft.com/office/powerpoint/2010/main" val="3303119869"/>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04B15-2AD1-070C-BEA9-6647F2D6DA31}"/>
            </a:ext>
          </a:extLst>
        </p:cNvPr>
        <p:cNvGrpSpPr/>
        <p:nvPr/>
      </p:nvGrpSpPr>
      <p:grpSpPr>
        <a:xfrm>
          <a:off x="0" y="0"/>
          <a:ext cx="0" cy="0"/>
          <a:chOff x="0" y="0"/>
          <a:chExt cx="0" cy="0"/>
        </a:xfrm>
      </p:grpSpPr>
      <p:sp>
        <p:nvSpPr>
          <p:cNvPr id="344" name="Title 3">
            <a:extLst>
              <a:ext uri="{FF2B5EF4-FFF2-40B4-BE49-F238E27FC236}">
                <a16:creationId xmlns:a16="http://schemas.microsoft.com/office/drawing/2014/main" id="{35CCABAD-65DA-220F-B860-171BA05007CB}"/>
              </a:ext>
            </a:extLst>
          </p:cNvPr>
          <p:cNvSpPr txBox="1">
            <a:spLocks noGrp="1"/>
          </p:cNvSpPr>
          <p:nvPr>
            <p:ph type="title"/>
          </p:nvPr>
        </p:nvSpPr>
        <p:spPr>
          <a:xfrm>
            <a:off x="430279" y="449926"/>
            <a:ext cx="9687757" cy="584777"/>
          </a:xfrm>
          <a:prstGeom prst="rect">
            <a:avLst/>
          </a:prstGeom>
        </p:spPr>
        <p:txBody>
          <a:bodyPr/>
          <a:lstStyle/>
          <a:p>
            <a:r>
              <a:t>Keywords Extraction</a:t>
            </a:r>
          </a:p>
        </p:txBody>
      </p:sp>
      <p:sp>
        <p:nvSpPr>
          <p:cNvPr id="345" name="Subtitle 4">
            <a:extLst>
              <a:ext uri="{FF2B5EF4-FFF2-40B4-BE49-F238E27FC236}">
                <a16:creationId xmlns:a16="http://schemas.microsoft.com/office/drawing/2014/main" id="{BD3BE8A9-ED0F-04F0-57C3-2396E36B9E6F}"/>
              </a:ext>
            </a:extLst>
          </p:cNvPr>
          <p:cNvSpPr txBox="1">
            <a:spLocks noGrp="1"/>
          </p:cNvSpPr>
          <p:nvPr>
            <p:ph type="body" sz="quarter" idx="1"/>
          </p:nvPr>
        </p:nvSpPr>
        <p:spPr>
          <a:xfrm>
            <a:off x="430280" y="2247150"/>
            <a:ext cx="9687754" cy="277000"/>
          </a:xfrm>
          <a:prstGeom prst="rect">
            <a:avLst/>
          </a:prstGeom>
        </p:spPr>
        <p:txBody>
          <a:bodyPr/>
          <a:lstStyle/>
          <a:p>
            <a:endParaRPr/>
          </a:p>
        </p:txBody>
      </p:sp>
      <p:sp>
        <p:nvSpPr>
          <p:cNvPr id="346" name="Text Placeholder 5">
            <a:extLst>
              <a:ext uri="{FF2B5EF4-FFF2-40B4-BE49-F238E27FC236}">
                <a16:creationId xmlns:a16="http://schemas.microsoft.com/office/drawing/2014/main" id="{1E2F0DCC-72A4-19E6-FB8C-6DC4BA23E51F}"/>
              </a:ext>
            </a:extLst>
          </p:cNvPr>
          <p:cNvSpPr>
            <a:spLocks noGrp="1"/>
          </p:cNvSpPr>
          <p:nvPr>
            <p:ph type="body" idx="21"/>
          </p:nvPr>
        </p:nvSpPr>
        <p:spPr>
          <a:prstGeom prst="rect">
            <a:avLst/>
          </a:prstGeom>
        </p:spPr>
        <p:txBody>
          <a:bodyPr/>
          <a:lstStyle/>
          <a:p>
            <a:endParaRPr/>
          </a:p>
        </p:txBody>
      </p:sp>
      <p:sp>
        <p:nvSpPr>
          <p:cNvPr id="347" name="Text Placeholder 61">
            <a:extLst>
              <a:ext uri="{FF2B5EF4-FFF2-40B4-BE49-F238E27FC236}">
                <a16:creationId xmlns:a16="http://schemas.microsoft.com/office/drawing/2014/main" id="{D71FD01B-A97C-6CC1-8220-358DEB3EBF0A}"/>
              </a:ext>
            </a:extLst>
          </p:cNvPr>
          <p:cNvSpPr>
            <a:spLocks noGrp="1"/>
          </p:cNvSpPr>
          <p:nvPr>
            <p:ph type="body" idx="22"/>
          </p:nvPr>
        </p:nvSpPr>
        <p:spPr>
          <a:prstGeom prst="rect">
            <a:avLst/>
          </a:prstGeom>
        </p:spPr>
        <p:txBody>
          <a:bodyPr/>
          <a:lstStyle/>
          <a:p>
            <a:endParaRPr/>
          </a:p>
        </p:txBody>
      </p:sp>
      <p:pic>
        <p:nvPicPr>
          <p:cNvPr id="3" name="Picture 2">
            <a:extLst>
              <a:ext uri="{FF2B5EF4-FFF2-40B4-BE49-F238E27FC236}">
                <a16:creationId xmlns:a16="http://schemas.microsoft.com/office/drawing/2014/main" id="{F34A7FC3-1E04-7147-B87E-55B4F1FD06AE}"/>
              </a:ext>
            </a:extLst>
          </p:cNvPr>
          <p:cNvPicPr>
            <a:picLocks noChangeAspect="1"/>
          </p:cNvPicPr>
          <p:nvPr/>
        </p:nvPicPr>
        <p:blipFill>
          <a:blip r:embed="rId4"/>
          <a:stretch>
            <a:fillRect/>
          </a:stretch>
        </p:blipFill>
        <p:spPr>
          <a:xfrm>
            <a:off x="318654" y="2744923"/>
            <a:ext cx="11277600" cy="2594331"/>
          </a:xfrm>
          <a:prstGeom prst="rect">
            <a:avLst/>
          </a:prstGeom>
        </p:spPr>
      </p:pic>
    </p:spTree>
    <p:extLst>
      <p:ext uri="{BB962C8B-B14F-4D97-AF65-F5344CB8AC3E}">
        <p14:creationId xmlns:p14="http://schemas.microsoft.com/office/powerpoint/2010/main" val="596078996"/>
      </p:ext>
    </p:extLst>
  </p:cSld>
  <p:clrMapOvr>
    <a:masterClrMapping/>
  </p:clrMapOvr>
  <p:transition spd="med"/>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 name="Title 3"/>
          <p:cNvSpPr txBox="1">
            <a:spLocks noGrp="1"/>
          </p:cNvSpPr>
          <p:nvPr>
            <p:ph type="title"/>
          </p:nvPr>
        </p:nvSpPr>
        <p:spPr>
          <a:xfrm>
            <a:off x="430279" y="449926"/>
            <a:ext cx="9687757" cy="584777"/>
          </a:xfrm>
          <a:prstGeom prst="rect">
            <a:avLst/>
          </a:prstGeom>
        </p:spPr>
        <p:txBody>
          <a:bodyPr/>
          <a:lstStyle/>
          <a:p>
            <a:r>
              <a:t>Keywords Extraction</a:t>
            </a:r>
          </a:p>
        </p:txBody>
      </p:sp>
      <p:sp>
        <p:nvSpPr>
          <p:cNvPr id="357" name="Subtitle 4"/>
          <p:cNvSpPr txBox="1">
            <a:spLocks noGrp="1"/>
          </p:cNvSpPr>
          <p:nvPr>
            <p:ph type="body" sz="quarter" idx="1"/>
          </p:nvPr>
        </p:nvSpPr>
        <p:spPr>
          <a:xfrm>
            <a:off x="430280" y="2247150"/>
            <a:ext cx="9687754" cy="277000"/>
          </a:xfrm>
          <a:prstGeom prst="rect">
            <a:avLst/>
          </a:prstGeom>
        </p:spPr>
        <p:txBody>
          <a:bodyPr/>
          <a:lstStyle/>
          <a:p>
            <a:endParaRPr/>
          </a:p>
        </p:txBody>
      </p:sp>
      <p:sp>
        <p:nvSpPr>
          <p:cNvPr id="358" name="Text Placeholder 5"/>
          <p:cNvSpPr>
            <a:spLocks noGrp="1"/>
          </p:cNvSpPr>
          <p:nvPr>
            <p:ph type="body" idx="21"/>
          </p:nvPr>
        </p:nvSpPr>
        <p:spPr>
          <a:prstGeom prst="rect">
            <a:avLst/>
          </a:prstGeom>
        </p:spPr>
        <p:txBody>
          <a:bodyPr/>
          <a:lstStyle/>
          <a:p>
            <a:endParaRPr/>
          </a:p>
        </p:txBody>
      </p:sp>
      <p:sp>
        <p:nvSpPr>
          <p:cNvPr id="359" name="Text Placeholder 61"/>
          <p:cNvSpPr>
            <a:spLocks noGrp="1"/>
          </p:cNvSpPr>
          <p:nvPr>
            <p:ph type="body" idx="22"/>
          </p:nvPr>
        </p:nvSpPr>
        <p:spPr>
          <a:prstGeom prst="rect">
            <a:avLst/>
          </a:prstGeom>
        </p:spPr>
        <p:txBody>
          <a:bodyPr/>
          <a:lstStyle/>
          <a:p>
            <a:endParaRPr/>
          </a:p>
        </p:txBody>
      </p:sp>
      <p:pic>
        <p:nvPicPr>
          <p:cNvPr id="2" name="Picture 1">
            <a:extLst>
              <a:ext uri="{FF2B5EF4-FFF2-40B4-BE49-F238E27FC236}">
                <a16:creationId xmlns:a16="http://schemas.microsoft.com/office/drawing/2014/main" id="{25B6C413-9BA5-48D3-D258-BB6AF6F158EA}"/>
              </a:ext>
            </a:extLst>
          </p:cNvPr>
          <p:cNvPicPr>
            <a:picLocks noChangeAspect="1"/>
          </p:cNvPicPr>
          <p:nvPr/>
        </p:nvPicPr>
        <p:blipFill>
          <a:blip r:embed="rId4"/>
          <a:stretch>
            <a:fillRect/>
          </a:stretch>
        </p:blipFill>
        <p:spPr>
          <a:xfrm>
            <a:off x="2209800" y="1034703"/>
            <a:ext cx="7391400" cy="5827284"/>
          </a:xfrm>
          <a:prstGeom prst="rect">
            <a:avLst/>
          </a:prstGeom>
        </p:spPr>
      </p:pic>
    </p:spTree>
  </p:cSld>
  <p:clrMapOvr>
    <a:masterClrMapping/>
  </p:clrMapOvr>
  <p:transition spd="med"/>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 name="Title 3"/>
          <p:cNvSpPr txBox="1">
            <a:spLocks noGrp="1"/>
          </p:cNvSpPr>
          <p:nvPr>
            <p:ph type="title"/>
          </p:nvPr>
        </p:nvSpPr>
        <p:spPr>
          <a:xfrm>
            <a:off x="430279" y="449926"/>
            <a:ext cx="9687757" cy="584777"/>
          </a:xfrm>
          <a:prstGeom prst="rect">
            <a:avLst/>
          </a:prstGeom>
        </p:spPr>
        <p:txBody>
          <a:bodyPr/>
          <a:lstStyle/>
          <a:p>
            <a:r>
              <a:t>Categorisation</a:t>
            </a:r>
          </a:p>
        </p:txBody>
      </p:sp>
      <p:sp>
        <p:nvSpPr>
          <p:cNvPr id="373" name="Text Placeholder 5"/>
          <p:cNvSpPr>
            <a:spLocks noGrp="1"/>
          </p:cNvSpPr>
          <p:nvPr>
            <p:ph type="body" idx="21"/>
          </p:nvPr>
        </p:nvSpPr>
        <p:spPr>
          <a:prstGeom prst="rect">
            <a:avLst/>
          </a:prstGeom>
        </p:spPr>
        <p:txBody>
          <a:bodyPr/>
          <a:lstStyle/>
          <a:p>
            <a:endParaRPr/>
          </a:p>
        </p:txBody>
      </p:sp>
      <p:sp>
        <p:nvSpPr>
          <p:cNvPr id="374" name="Text Placeholder 61"/>
          <p:cNvSpPr>
            <a:spLocks noGrp="1"/>
          </p:cNvSpPr>
          <p:nvPr>
            <p:ph type="body" idx="22"/>
          </p:nvPr>
        </p:nvSpPr>
        <p:spPr>
          <a:prstGeom prst="rect">
            <a:avLst/>
          </a:prstGeom>
        </p:spPr>
        <p:txBody>
          <a:bodyPr/>
          <a:lstStyle/>
          <a:p>
            <a:endParaRPr/>
          </a:p>
        </p:txBody>
      </p:sp>
      <p:pic>
        <p:nvPicPr>
          <p:cNvPr id="7" name="Picture 6">
            <a:extLst>
              <a:ext uri="{FF2B5EF4-FFF2-40B4-BE49-F238E27FC236}">
                <a16:creationId xmlns:a16="http://schemas.microsoft.com/office/drawing/2014/main" id="{FE4B0BBF-232D-10DA-D317-017E12E62603}"/>
              </a:ext>
            </a:extLst>
          </p:cNvPr>
          <p:cNvPicPr>
            <a:picLocks noChangeAspect="1"/>
          </p:cNvPicPr>
          <p:nvPr/>
        </p:nvPicPr>
        <p:blipFill>
          <a:blip r:embed="rId3"/>
          <a:stretch>
            <a:fillRect/>
          </a:stretch>
        </p:blipFill>
        <p:spPr>
          <a:xfrm>
            <a:off x="1257329" y="2744923"/>
            <a:ext cx="9388900" cy="2046172"/>
          </a:xfrm>
          <a:prstGeom prst="rect">
            <a:avLst/>
          </a:prstGeom>
        </p:spPr>
      </p:pic>
      <p:sp>
        <p:nvSpPr>
          <p:cNvPr id="9" name="Text Placeholder 8">
            <a:extLst>
              <a:ext uri="{FF2B5EF4-FFF2-40B4-BE49-F238E27FC236}">
                <a16:creationId xmlns:a16="http://schemas.microsoft.com/office/drawing/2014/main" id="{9DF58D09-651B-EF07-D739-F7794793B937}"/>
              </a:ext>
            </a:extLst>
          </p:cNvPr>
          <p:cNvSpPr>
            <a:spLocks noGrp="1"/>
          </p:cNvSpPr>
          <p:nvPr>
            <p:ph type="body" sz="quarter" idx="1"/>
          </p:nvPr>
        </p:nvSpPr>
        <p:spPr/>
        <p:txBody>
          <a:bodyPr/>
          <a:lstStyle/>
          <a:p>
            <a:endParaRPr lang="en-US"/>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9B2AC-2C9B-05EB-8445-2D93832BE00C}"/>
            </a:ext>
          </a:extLst>
        </p:cNvPr>
        <p:cNvGrpSpPr/>
        <p:nvPr/>
      </p:nvGrpSpPr>
      <p:grpSpPr>
        <a:xfrm>
          <a:off x="0" y="0"/>
          <a:ext cx="0" cy="0"/>
          <a:chOff x="0" y="0"/>
          <a:chExt cx="0" cy="0"/>
        </a:xfrm>
      </p:grpSpPr>
      <p:sp>
        <p:nvSpPr>
          <p:cNvPr id="371" name="Title 3">
            <a:extLst>
              <a:ext uri="{FF2B5EF4-FFF2-40B4-BE49-F238E27FC236}">
                <a16:creationId xmlns:a16="http://schemas.microsoft.com/office/drawing/2014/main" id="{68A1C78C-E1D3-8EBE-3030-C326ABB2CDD0}"/>
              </a:ext>
            </a:extLst>
          </p:cNvPr>
          <p:cNvSpPr txBox="1">
            <a:spLocks noGrp="1"/>
          </p:cNvSpPr>
          <p:nvPr>
            <p:ph type="title"/>
          </p:nvPr>
        </p:nvSpPr>
        <p:spPr>
          <a:xfrm>
            <a:off x="430279" y="449926"/>
            <a:ext cx="9687757" cy="584777"/>
          </a:xfrm>
          <a:prstGeom prst="rect">
            <a:avLst/>
          </a:prstGeom>
        </p:spPr>
        <p:txBody>
          <a:bodyPr/>
          <a:lstStyle/>
          <a:p>
            <a:r>
              <a:rPr lang="en-AU"/>
              <a:t>Semantic Batching</a:t>
            </a:r>
            <a:endParaRPr/>
          </a:p>
        </p:txBody>
      </p:sp>
      <p:sp>
        <p:nvSpPr>
          <p:cNvPr id="372" name="Subtitle 4">
            <a:extLst>
              <a:ext uri="{FF2B5EF4-FFF2-40B4-BE49-F238E27FC236}">
                <a16:creationId xmlns:a16="http://schemas.microsoft.com/office/drawing/2014/main" id="{08736EB4-139E-9786-069D-0E50B0ADAA1A}"/>
              </a:ext>
            </a:extLst>
          </p:cNvPr>
          <p:cNvSpPr txBox="1">
            <a:spLocks noGrp="1"/>
          </p:cNvSpPr>
          <p:nvPr>
            <p:ph type="body" sz="quarter" idx="1"/>
          </p:nvPr>
        </p:nvSpPr>
        <p:spPr>
          <a:xfrm>
            <a:off x="430280" y="2247150"/>
            <a:ext cx="9687754" cy="277000"/>
          </a:xfrm>
          <a:prstGeom prst="rect">
            <a:avLst/>
          </a:prstGeom>
        </p:spPr>
        <p:txBody>
          <a:bodyPr/>
          <a:lstStyle/>
          <a:p>
            <a:endParaRPr/>
          </a:p>
        </p:txBody>
      </p:sp>
      <p:sp>
        <p:nvSpPr>
          <p:cNvPr id="373" name="Text Placeholder 5">
            <a:extLst>
              <a:ext uri="{FF2B5EF4-FFF2-40B4-BE49-F238E27FC236}">
                <a16:creationId xmlns:a16="http://schemas.microsoft.com/office/drawing/2014/main" id="{ECA40C68-68FB-D87C-265D-752D3BD28A2E}"/>
              </a:ext>
            </a:extLst>
          </p:cNvPr>
          <p:cNvSpPr>
            <a:spLocks noGrp="1"/>
          </p:cNvSpPr>
          <p:nvPr>
            <p:ph type="body" idx="21"/>
          </p:nvPr>
        </p:nvSpPr>
        <p:spPr>
          <a:prstGeom prst="rect">
            <a:avLst/>
          </a:prstGeom>
        </p:spPr>
        <p:txBody>
          <a:bodyPr/>
          <a:lstStyle/>
          <a:p>
            <a:endParaRPr/>
          </a:p>
        </p:txBody>
      </p:sp>
      <p:sp>
        <p:nvSpPr>
          <p:cNvPr id="374" name="Text Placeholder 61">
            <a:extLst>
              <a:ext uri="{FF2B5EF4-FFF2-40B4-BE49-F238E27FC236}">
                <a16:creationId xmlns:a16="http://schemas.microsoft.com/office/drawing/2014/main" id="{9F9D7BD4-6886-30B4-F4DE-EF54B0BAD91B}"/>
              </a:ext>
            </a:extLst>
          </p:cNvPr>
          <p:cNvSpPr>
            <a:spLocks noGrp="1"/>
          </p:cNvSpPr>
          <p:nvPr>
            <p:ph type="body" idx="22"/>
          </p:nvPr>
        </p:nvSpPr>
        <p:spPr>
          <a:prstGeom prst="rect">
            <a:avLst/>
          </a:prstGeom>
        </p:spPr>
        <p:txBody>
          <a:bodyPr/>
          <a:lstStyle/>
          <a:p>
            <a:endParaRPr/>
          </a:p>
        </p:txBody>
      </p:sp>
      <p:pic>
        <p:nvPicPr>
          <p:cNvPr id="3" name="Picture 2">
            <a:extLst>
              <a:ext uri="{FF2B5EF4-FFF2-40B4-BE49-F238E27FC236}">
                <a16:creationId xmlns:a16="http://schemas.microsoft.com/office/drawing/2014/main" id="{5BCEBD5B-9F02-543B-BBAD-1919A00C2D2F}"/>
              </a:ext>
            </a:extLst>
          </p:cNvPr>
          <p:cNvPicPr>
            <a:picLocks noChangeAspect="1"/>
          </p:cNvPicPr>
          <p:nvPr/>
        </p:nvPicPr>
        <p:blipFill>
          <a:blip r:embed="rId3"/>
          <a:stretch>
            <a:fillRect/>
          </a:stretch>
        </p:blipFill>
        <p:spPr>
          <a:xfrm>
            <a:off x="951539" y="1883263"/>
            <a:ext cx="8645235" cy="3954836"/>
          </a:xfrm>
          <a:prstGeom prst="rect">
            <a:avLst/>
          </a:prstGeom>
        </p:spPr>
      </p:pic>
    </p:spTree>
    <p:extLst>
      <p:ext uri="{BB962C8B-B14F-4D97-AF65-F5344CB8AC3E}">
        <p14:creationId xmlns:p14="http://schemas.microsoft.com/office/powerpoint/2010/main" val="3637888772"/>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430DE-B56C-7BA5-AD15-35302C03FAFF}"/>
            </a:ext>
          </a:extLst>
        </p:cNvPr>
        <p:cNvGrpSpPr/>
        <p:nvPr/>
      </p:nvGrpSpPr>
      <p:grpSpPr>
        <a:xfrm>
          <a:off x="0" y="0"/>
          <a:ext cx="0" cy="0"/>
          <a:chOff x="0" y="0"/>
          <a:chExt cx="0" cy="0"/>
        </a:xfrm>
      </p:grpSpPr>
      <p:sp>
        <p:nvSpPr>
          <p:cNvPr id="371" name="Title 3">
            <a:extLst>
              <a:ext uri="{FF2B5EF4-FFF2-40B4-BE49-F238E27FC236}">
                <a16:creationId xmlns:a16="http://schemas.microsoft.com/office/drawing/2014/main" id="{A46F514E-210F-23F7-BC44-861E00A7A065}"/>
              </a:ext>
            </a:extLst>
          </p:cNvPr>
          <p:cNvSpPr txBox="1">
            <a:spLocks noGrp="1"/>
          </p:cNvSpPr>
          <p:nvPr>
            <p:ph type="title"/>
          </p:nvPr>
        </p:nvSpPr>
        <p:spPr>
          <a:xfrm>
            <a:off x="430279" y="449926"/>
            <a:ext cx="9687757" cy="584777"/>
          </a:xfrm>
          <a:prstGeom prst="rect">
            <a:avLst/>
          </a:prstGeom>
        </p:spPr>
        <p:txBody>
          <a:bodyPr/>
          <a:lstStyle/>
          <a:p>
            <a:r>
              <a:t>Categorisation</a:t>
            </a:r>
          </a:p>
        </p:txBody>
      </p:sp>
      <p:sp>
        <p:nvSpPr>
          <p:cNvPr id="372" name="Subtitle 4">
            <a:extLst>
              <a:ext uri="{FF2B5EF4-FFF2-40B4-BE49-F238E27FC236}">
                <a16:creationId xmlns:a16="http://schemas.microsoft.com/office/drawing/2014/main" id="{CEC785C1-1667-1BFB-F82C-4DC849ABEF53}"/>
              </a:ext>
            </a:extLst>
          </p:cNvPr>
          <p:cNvSpPr txBox="1">
            <a:spLocks noGrp="1"/>
          </p:cNvSpPr>
          <p:nvPr>
            <p:ph type="body" sz="quarter" idx="1"/>
          </p:nvPr>
        </p:nvSpPr>
        <p:spPr>
          <a:xfrm>
            <a:off x="430280" y="4258830"/>
            <a:ext cx="9687754" cy="277000"/>
          </a:xfrm>
          <a:prstGeom prst="rect">
            <a:avLst/>
          </a:prstGeom>
        </p:spPr>
        <p:txBody>
          <a:bodyPr/>
          <a:lstStyle/>
          <a:p>
            <a:endParaRPr/>
          </a:p>
        </p:txBody>
      </p:sp>
      <p:sp>
        <p:nvSpPr>
          <p:cNvPr id="373" name="Text Placeholder 5">
            <a:extLst>
              <a:ext uri="{FF2B5EF4-FFF2-40B4-BE49-F238E27FC236}">
                <a16:creationId xmlns:a16="http://schemas.microsoft.com/office/drawing/2014/main" id="{B0C2F941-D0B0-32BC-FE4D-E3F7E83E4EC3}"/>
              </a:ext>
            </a:extLst>
          </p:cNvPr>
          <p:cNvSpPr>
            <a:spLocks noGrp="1"/>
          </p:cNvSpPr>
          <p:nvPr>
            <p:ph type="body" idx="21"/>
          </p:nvPr>
        </p:nvSpPr>
        <p:spPr>
          <a:prstGeom prst="rect">
            <a:avLst/>
          </a:prstGeom>
        </p:spPr>
        <p:txBody>
          <a:bodyPr/>
          <a:lstStyle/>
          <a:p>
            <a:endParaRPr/>
          </a:p>
        </p:txBody>
      </p:sp>
      <p:sp>
        <p:nvSpPr>
          <p:cNvPr id="374" name="Text Placeholder 61">
            <a:extLst>
              <a:ext uri="{FF2B5EF4-FFF2-40B4-BE49-F238E27FC236}">
                <a16:creationId xmlns:a16="http://schemas.microsoft.com/office/drawing/2014/main" id="{8234109F-B724-07DC-172D-F7F619E88265}"/>
              </a:ext>
            </a:extLst>
          </p:cNvPr>
          <p:cNvSpPr>
            <a:spLocks noGrp="1"/>
          </p:cNvSpPr>
          <p:nvPr>
            <p:ph type="body" idx="22"/>
          </p:nvPr>
        </p:nvSpPr>
        <p:spPr>
          <a:prstGeom prst="rect">
            <a:avLst/>
          </a:prstGeom>
        </p:spPr>
        <p:txBody>
          <a:bodyPr/>
          <a:lstStyle/>
          <a:p>
            <a:endParaRPr/>
          </a:p>
        </p:txBody>
      </p:sp>
      <p:pic>
        <p:nvPicPr>
          <p:cNvPr id="8" name="Picture 7">
            <a:extLst>
              <a:ext uri="{FF2B5EF4-FFF2-40B4-BE49-F238E27FC236}">
                <a16:creationId xmlns:a16="http://schemas.microsoft.com/office/drawing/2014/main" id="{0186651B-B61D-3091-C454-64C6ED044E1C}"/>
              </a:ext>
            </a:extLst>
          </p:cNvPr>
          <p:cNvPicPr>
            <a:picLocks noChangeAspect="1"/>
          </p:cNvPicPr>
          <p:nvPr/>
        </p:nvPicPr>
        <p:blipFill>
          <a:blip r:embed="rId3"/>
          <a:stretch>
            <a:fillRect/>
          </a:stretch>
        </p:blipFill>
        <p:spPr>
          <a:xfrm>
            <a:off x="430279" y="2700098"/>
            <a:ext cx="11283491" cy="1317422"/>
          </a:xfrm>
          <a:prstGeom prst="rect">
            <a:avLst/>
          </a:prstGeom>
        </p:spPr>
      </p:pic>
    </p:spTree>
    <p:extLst>
      <p:ext uri="{BB962C8B-B14F-4D97-AF65-F5344CB8AC3E}">
        <p14:creationId xmlns:p14="http://schemas.microsoft.com/office/powerpoint/2010/main" val="3104105107"/>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Title 3"/>
          <p:cNvSpPr txBox="1">
            <a:spLocks noGrp="1"/>
          </p:cNvSpPr>
          <p:nvPr>
            <p:ph type="title"/>
          </p:nvPr>
        </p:nvSpPr>
        <p:spPr>
          <a:xfrm>
            <a:off x="430279" y="449926"/>
            <a:ext cx="9687757" cy="584777"/>
          </a:xfrm>
          <a:prstGeom prst="rect">
            <a:avLst/>
          </a:prstGeom>
        </p:spPr>
        <p:txBody>
          <a:bodyPr/>
          <a:lstStyle/>
          <a:p>
            <a:r>
              <a:t>Categorisation</a:t>
            </a:r>
          </a:p>
        </p:txBody>
      </p:sp>
      <p:sp>
        <p:nvSpPr>
          <p:cNvPr id="380" name="Subtitle 4"/>
          <p:cNvSpPr txBox="1">
            <a:spLocks noGrp="1"/>
          </p:cNvSpPr>
          <p:nvPr>
            <p:ph type="body" sz="quarter" idx="1"/>
          </p:nvPr>
        </p:nvSpPr>
        <p:spPr>
          <a:xfrm>
            <a:off x="430280" y="2247150"/>
            <a:ext cx="9687754" cy="277000"/>
          </a:xfrm>
          <a:prstGeom prst="rect">
            <a:avLst/>
          </a:prstGeom>
        </p:spPr>
        <p:txBody>
          <a:bodyPr/>
          <a:lstStyle/>
          <a:p>
            <a:endParaRPr/>
          </a:p>
        </p:txBody>
      </p:sp>
      <p:sp>
        <p:nvSpPr>
          <p:cNvPr id="381" name="Text Placeholder 5"/>
          <p:cNvSpPr>
            <a:spLocks noGrp="1"/>
          </p:cNvSpPr>
          <p:nvPr>
            <p:ph type="body" idx="21"/>
          </p:nvPr>
        </p:nvSpPr>
        <p:spPr>
          <a:prstGeom prst="rect">
            <a:avLst/>
          </a:prstGeom>
        </p:spPr>
        <p:txBody>
          <a:bodyPr/>
          <a:lstStyle/>
          <a:p>
            <a:endParaRPr/>
          </a:p>
        </p:txBody>
      </p:sp>
      <p:sp>
        <p:nvSpPr>
          <p:cNvPr id="382" name="Text Placeholder 61"/>
          <p:cNvSpPr>
            <a:spLocks noGrp="1"/>
          </p:cNvSpPr>
          <p:nvPr>
            <p:ph type="body" idx="22"/>
          </p:nvPr>
        </p:nvSpPr>
        <p:spPr>
          <a:prstGeom prst="rect">
            <a:avLst/>
          </a:prstGeom>
        </p:spPr>
        <p:txBody>
          <a:bodyPr/>
          <a:lstStyle/>
          <a:p>
            <a:endParaRPr/>
          </a:p>
        </p:txBody>
      </p:sp>
      <p:pic>
        <p:nvPicPr>
          <p:cNvPr id="3" name="Picture 2">
            <a:extLst>
              <a:ext uri="{FF2B5EF4-FFF2-40B4-BE49-F238E27FC236}">
                <a16:creationId xmlns:a16="http://schemas.microsoft.com/office/drawing/2014/main" id="{53A57395-A43D-DBF9-E28D-0C41AA4A8735}"/>
              </a:ext>
            </a:extLst>
          </p:cNvPr>
          <p:cNvPicPr>
            <a:picLocks noChangeAspect="1"/>
          </p:cNvPicPr>
          <p:nvPr/>
        </p:nvPicPr>
        <p:blipFill>
          <a:blip r:embed="rId3"/>
          <a:stretch>
            <a:fillRect/>
          </a:stretch>
        </p:blipFill>
        <p:spPr>
          <a:xfrm>
            <a:off x="2392846" y="1082835"/>
            <a:ext cx="6174543" cy="5577006"/>
          </a:xfrm>
          <a:prstGeom prst="rect">
            <a:avLst/>
          </a:prstGeom>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 name="Title 3"/>
          <p:cNvSpPr txBox="1">
            <a:spLocks noGrp="1"/>
          </p:cNvSpPr>
          <p:nvPr>
            <p:ph type="title"/>
          </p:nvPr>
        </p:nvSpPr>
        <p:spPr>
          <a:xfrm>
            <a:off x="430279" y="449926"/>
            <a:ext cx="9687757" cy="584777"/>
          </a:xfrm>
          <a:prstGeom prst="rect">
            <a:avLst/>
          </a:prstGeom>
        </p:spPr>
        <p:txBody>
          <a:bodyPr/>
          <a:lstStyle/>
          <a:p>
            <a:r>
              <a:t>Merge</a:t>
            </a:r>
          </a:p>
        </p:txBody>
      </p:sp>
      <p:sp>
        <p:nvSpPr>
          <p:cNvPr id="396" name="Subtitle 4"/>
          <p:cNvSpPr txBox="1">
            <a:spLocks noGrp="1"/>
          </p:cNvSpPr>
          <p:nvPr>
            <p:ph type="body" sz="quarter" idx="1"/>
          </p:nvPr>
        </p:nvSpPr>
        <p:spPr>
          <a:xfrm>
            <a:off x="430280" y="2247150"/>
            <a:ext cx="9687754" cy="277000"/>
          </a:xfrm>
          <a:prstGeom prst="rect">
            <a:avLst/>
          </a:prstGeom>
        </p:spPr>
        <p:txBody>
          <a:bodyPr/>
          <a:lstStyle/>
          <a:p>
            <a:endParaRPr/>
          </a:p>
        </p:txBody>
      </p:sp>
      <p:sp>
        <p:nvSpPr>
          <p:cNvPr id="397" name="Text Placeholder 5"/>
          <p:cNvSpPr>
            <a:spLocks noGrp="1"/>
          </p:cNvSpPr>
          <p:nvPr>
            <p:ph type="body" idx="21"/>
          </p:nvPr>
        </p:nvSpPr>
        <p:spPr>
          <a:prstGeom prst="rect">
            <a:avLst/>
          </a:prstGeom>
        </p:spPr>
        <p:txBody>
          <a:bodyPr/>
          <a:lstStyle/>
          <a:p>
            <a:endParaRPr/>
          </a:p>
        </p:txBody>
      </p:sp>
      <p:sp>
        <p:nvSpPr>
          <p:cNvPr id="398" name="Text Placeholder 61"/>
          <p:cNvSpPr>
            <a:spLocks noGrp="1"/>
          </p:cNvSpPr>
          <p:nvPr>
            <p:ph type="body" idx="22"/>
          </p:nvPr>
        </p:nvSpPr>
        <p:spPr>
          <a:prstGeom prst="rect">
            <a:avLst/>
          </a:prstGeom>
        </p:spPr>
        <p:txBody>
          <a:bodyPr/>
          <a:lstStyle/>
          <a:p>
            <a:endParaRPr/>
          </a:p>
        </p:txBody>
      </p:sp>
      <p:pic>
        <p:nvPicPr>
          <p:cNvPr id="2" name="Picture 1">
            <a:extLst>
              <a:ext uri="{FF2B5EF4-FFF2-40B4-BE49-F238E27FC236}">
                <a16:creationId xmlns:a16="http://schemas.microsoft.com/office/drawing/2014/main" id="{CE188398-3E2F-CAAC-965C-5CF84FC0574C}"/>
              </a:ext>
            </a:extLst>
          </p:cNvPr>
          <p:cNvPicPr>
            <a:picLocks noChangeAspect="1"/>
          </p:cNvPicPr>
          <p:nvPr/>
        </p:nvPicPr>
        <p:blipFill>
          <a:blip r:embed="rId3"/>
          <a:stretch>
            <a:fillRect/>
          </a:stretch>
        </p:blipFill>
        <p:spPr>
          <a:xfrm>
            <a:off x="1177530" y="1620313"/>
            <a:ext cx="7937706" cy="4217786"/>
          </a:xfrm>
          <a:prstGeom prst="rect">
            <a:avLst/>
          </a:prstGeom>
        </p:spPr>
      </p:pic>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Title 3"/>
          <p:cNvSpPr txBox="1">
            <a:spLocks noGrp="1"/>
          </p:cNvSpPr>
          <p:nvPr>
            <p:ph type="title"/>
          </p:nvPr>
        </p:nvSpPr>
        <p:spPr>
          <a:xfrm>
            <a:off x="430279" y="449926"/>
            <a:ext cx="9687757" cy="584777"/>
          </a:xfrm>
          <a:prstGeom prst="rect">
            <a:avLst/>
          </a:prstGeom>
        </p:spPr>
        <p:txBody>
          <a:bodyPr/>
          <a:lstStyle/>
          <a:p>
            <a:r>
              <a:t>Merge </a:t>
            </a:r>
          </a:p>
        </p:txBody>
      </p:sp>
      <p:sp>
        <p:nvSpPr>
          <p:cNvPr id="388" name="Subtitle 4"/>
          <p:cNvSpPr txBox="1">
            <a:spLocks noGrp="1"/>
          </p:cNvSpPr>
          <p:nvPr>
            <p:ph type="body" sz="quarter" idx="1"/>
          </p:nvPr>
        </p:nvSpPr>
        <p:spPr>
          <a:xfrm>
            <a:off x="430280" y="2247150"/>
            <a:ext cx="9687754" cy="277000"/>
          </a:xfrm>
          <a:prstGeom prst="rect">
            <a:avLst/>
          </a:prstGeom>
        </p:spPr>
        <p:txBody>
          <a:bodyPr/>
          <a:lstStyle/>
          <a:p>
            <a:endParaRPr/>
          </a:p>
        </p:txBody>
      </p:sp>
      <p:sp>
        <p:nvSpPr>
          <p:cNvPr id="389" name="Text Placeholder 5"/>
          <p:cNvSpPr>
            <a:spLocks noGrp="1"/>
          </p:cNvSpPr>
          <p:nvPr>
            <p:ph type="body" idx="21"/>
          </p:nvPr>
        </p:nvSpPr>
        <p:spPr>
          <a:prstGeom prst="rect">
            <a:avLst/>
          </a:prstGeom>
        </p:spPr>
        <p:txBody>
          <a:bodyPr/>
          <a:lstStyle/>
          <a:p>
            <a:endParaRPr/>
          </a:p>
        </p:txBody>
      </p:sp>
      <p:sp>
        <p:nvSpPr>
          <p:cNvPr id="390" name="Text Placeholder 61"/>
          <p:cNvSpPr>
            <a:spLocks noGrp="1"/>
          </p:cNvSpPr>
          <p:nvPr>
            <p:ph type="body" idx="22"/>
          </p:nvPr>
        </p:nvSpPr>
        <p:spPr>
          <a:prstGeom prst="rect">
            <a:avLst/>
          </a:prstGeom>
        </p:spPr>
        <p:txBody>
          <a:bodyPr/>
          <a:lstStyle/>
          <a:p>
            <a:endParaRPr/>
          </a:p>
        </p:txBody>
      </p:sp>
      <p:pic>
        <p:nvPicPr>
          <p:cNvPr id="2" name="Picture 1">
            <a:extLst>
              <a:ext uri="{FF2B5EF4-FFF2-40B4-BE49-F238E27FC236}">
                <a16:creationId xmlns:a16="http://schemas.microsoft.com/office/drawing/2014/main" id="{691118F6-0B06-B0AC-0D88-7F86DB089DC9}"/>
              </a:ext>
            </a:extLst>
          </p:cNvPr>
          <p:cNvPicPr>
            <a:picLocks noChangeAspect="1"/>
          </p:cNvPicPr>
          <p:nvPr/>
        </p:nvPicPr>
        <p:blipFill>
          <a:blip r:embed="rId3"/>
          <a:stretch>
            <a:fillRect/>
          </a:stretch>
        </p:blipFill>
        <p:spPr>
          <a:xfrm>
            <a:off x="1387957" y="1102728"/>
            <a:ext cx="7772400" cy="5233144"/>
          </a:xfrm>
          <a:prstGeom prst="rect">
            <a:avLst/>
          </a:prstGeom>
        </p:spPr>
      </p:pic>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Title 1"/>
          <p:cNvSpPr txBox="1">
            <a:spLocks noGrp="1"/>
          </p:cNvSpPr>
          <p:nvPr>
            <p:ph type="title"/>
          </p:nvPr>
        </p:nvSpPr>
        <p:spPr>
          <a:xfrm>
            <a:off x="609600" y="92074"/>
            <a:ext cx="10972800" cy="1508126"/>
          </a:xfrm>
        </p:spPr>
        <p:txBody>
          <a:bodyPr anchor="ctr">
            <a:normAutofit/>
          </a:bodyPr>
          <a:lstStyle/>
          <a:p>
            <a:r>
              <a:t>Future works</a:t>
            </a:r>
          </a:p>
        </p:txBody>
      </p:sp>
      <p:graphicFrame>
        <p:nvGraphicFramePr>
          <p:cNvPr id="419" name="Text Placeholder 5">
            <a:extLst>
              <a:ext uri="{FF2B5EF4-FFF2-40B4-BE49-F238E27FC236}">
                <a16:creationId xmlns:a16="http://schemas.microsoft.com/office/drawing/2014/main" id="{17146FCA-74EC-00D2-676E-B33B8A91A63E}"/>
              </a:ext>
            </a:extLst>
          </p:cNvPr>
          <p:cNvGraphicFramePr/>
          <p:nvPr>
            <p:extLst>
              <p:ext uri="{D42A27DB-BD31-4B8C-83A1-F6EECF244321}">
                <p14:modId xmlns:p14="http://schemas.microsoft.com/office/powerpoint/2010/main" val="2126587606"/>
              </p:ext>
            </p:extLst>
          </p:nvPr>
        </p:nvGraphicFramePr>
        <p:xfrm>
          <a:off x="609600" y="1790700"/>
          <a:ext cx="109728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Title 5"/>
          <p:cNvSpPr txBox="1">
            <a:spLocks noGrp="1"/>
          </p:cNvSpPr>
          <p:nvPr>
            <p:ph type="title"/>
          </p:nvPr>
        </p:nvSpPr>
        <p:spPr>
          <a:xfrm>
            <a:off x="718928" y="2445780"/>
            <a:ext cx="7152863" cy="865623"/>
          </a:xfrm>
          <a:prstGeom prst="rect">
            <a:avLst/>
          </a:prstGeom>
        </p:spPr>
        <p:txBody>
          <a:bodyPr/>
          <a:lstStyle/>
          <a:p>
            <a:pPr defTabSz="859536">
              <a:lnSpc>
                <a:spcPts val="6200"/>
              </a:lnSpc>
              <a:defRPr sz="5076"/>
            </a:pPr>
            <a:endParaRPr/>
          </a:p>
        </p:txBody>
      </p:sp>
      <p:sp>
        <p:nvSpPr>
          <p:cNvPr id="422" name="Text Placeholder 6"/>
          <p:cNvSpPr txBox="1">
            <a:spLocks noGrp="1"/>
          </p:cNvSpPr>
          <p:nvPr>
            <p:ph type="body" sz="quarter" idx="1"/>
          </p:nvPr>
        </p:nvSpPr>
        <p:spPr>
          <a:xfrm>
            <a:off x="718928" y="4114377"/>
            <a:ext cx="3497817" cy="284579"/>
          </a:xfrm>
          <a:prstGeom prst="rect">
            <a:avLst/>
          </a:prstGeom>
        </p:spPr>
        <p:txBody>
          <a:bodyPr/>
          <a:lstStyle/>
          <a:p>
            <a:pPr marL="187452" indent="-187452" defTabSz="749808">
              <a:lnSpc>
                <a:spcPct val="72000"/>
              </a:lnSpc>
              <a:spcBef>
                <a:spcPts val="800"/>
              </a:spcBef>
              <a:buSzPct val="100000"/>
              <a:buFont typeface="Arial"/>
              <a:buChar char="•"/>
              <a:defRPr sz="1230" b="0">
                <a:latin typeface="Open Sans Light"/>
                <a:ea typeface="Open Sans Light"/>
                <a:cs typeface="Open Sans Light"/>
                <a:sym typeface="Open Sans Light"/>
              </a:defRPr>
            </a:pPr>
            <a:endParaRPr/>
          </a:p>
        </p:txBody>
      </p:sp>
      <p:sp>
        <p:nvSpPr>
          <p:cNvPr id="423" name="Text Placeholder 7"/>
          <p:cNvSpPr>
            <a:spLocks noGrp="1"/>
          </p:cNvSpPr>
          <p:nvPr>
            <p:ph type="body" idx="21"/>
          </p:nvPr>
        </p:nvSpPr>
        <p:spPr>
          <a:prstGeom prst="rect">
            <a:avLst/>
          </a:prstGeom>
        </p:spPr>
        <p:txBody>
          <a:bodyPr/>
          <a:lstStyle/>
          <a:p>
            <a:endParaRPr/>
          </a:p>
        </p:txBody>
      </p:sp>
    </p:spTree>
  </p:cSld>
  <p:clrMapOvr>
    <a:masterClrMapping/>
  </p:clrMapOvr>
  <p:transition spd="med"/>
</p:sld>
</file>

<file path=ppt/theme/theme1.xml><?xml version="1.0" encoding="utf-8"?>
<a:theme xmlns:a="http://schemas.openxmlformats.org/drawingml/2006/main" name="Swinburne">
  <a:themeElements>
    <a:clrScheme name="Swinburne">
      <a:dk1>
        <a:srgbClr val="000000"/>
      </a:dk1>
      <a:lt1>
        <a:srgbClr val="FFFFFF"/>
      </a:lt1>
      <a:dk2>
        <a:srgbClr val="A7A7A7"/>
      </a:dk2>
      <a:lt2>
        <a:srgbClr val="535353"/>
      </a:lt2>
      <a:accent1>
        <a:srgbClr val="3D3A3B"/>
      </a:accent1>
      <a:accent2>
        <a:srgbClr val="E7E7E8"/>
      </a:accent2>
      <a:accent3>
        <a:srgbClr val="A5A5A5"/>
      </a:accent3>
      <a:accent4>
        <a:srgbClr val="BFBFBF"/>
      </a:accent4>
      <a:accent5>
        <a:srgbClr val="D8D8D8"/>
      </a:accent5>
      <a:accent6>
        <a:srgbClr val="F2F2F2"/>
      </a:accent6>
      <a:hlink>
        <a:srgbClr val="0000FF"/>
      </a:hlink>
      <a:folHlink>
        <a:srgbClr val="FF00FF"/>
      </a:folHlink>
    </a:clrScheme>
    <a:fontScheme name="Swinburne">
      <a:majorFont>
        <a:latin typeface="Calibri"/>
        <a:ea typeface="Calibri"/>
        <a:cs typeface="Calibri"/>
      </a:majorFont>
      <a:minorFont>
        <a:latin typeface="Helvetica"/>
        <a:ea typeface="Helvetica"/>
        <a:cs typeface="Helvetica"/>
      </a:minorFont>
    </a:fontScheme>
    <a:fmtScheme name="Swinbur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6">
            <a:lumOff val="5098"/>
          </a:schemeClr>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Open Sans Light"/>
            <a:ea typeface="Open Sans Light"/>
            <a:cs typeface="Open Sans Light"/>
            <a:sym typeface="Open Sa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Open Sans Light"/>
            <a:ea typeface="Open Sans Light"/>
            <a:cs typeface="Open Sans Light"/>
            <a:sym typeface="Open Sa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Swinburne">
  <a:themeElements>
    <a:clrScheme name="Swinburne">
      <a:dk1>
        <a:srgbClr val="000000"/>
      </a:dk1>
      <a:lt1>
        <a:srgbClr val="FFFFFF"/>
      </a:lt1>
      <a:dk2>
        <a:srgbClr val="A7A7A7"/>
      </a:dk2>
      <a:lt2>
        <a:srgbClr val="535353"/>
      </a:lt2>
      <a:accent1>
        <a:srgbClr val="3D3A3B"/>
      </a:accent1>
      <a:accent2>
        <a:srgbClr val="E7E7E8"/>
      </a:accent2>
      <a:accent3>
        <a:srgbClr val="A5A5A5"/>
      </a:accent3>
      <a:accent4>
        <a:srgbClr val="BFBFBF"/>
      </a:accent4>
      <a:accent5>
        <a:srgbClr val="D8D8D8"/>
      </a:accent5>
      <a:accent6>
        <a:srgbClr val="F2F2F2"/>
      </a:accent6>
      <a:hlink>
        <a:srgbClr val="0000FF"/>
      </a:hlink>
      <a:folHlink>
        <a:srgbClr val="FF00FF"/>
      </a:folHlink>
    </a:clrScheme>
    <a:fontScheme name="Swinburne">
      <a:majorFont>
        <a:latin typeface="Calibri"/>
        <a:ea typeface="Calibri"/>
        <a:cs typeface="Calibri"/>
      </a:majorFont>
      <a:minorFont>
        <a:latin typeface="Helvetica"/>
        <a:ea typeface="Helvetica"/>
        <a:cs typeface="Helvetica"/>
      </a:minorFont>
    </a:fontScheme>
    <a:fmtScheme name="Swinbur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6">
            <a:lumOff val="5098"/>
          </a:schemeClr>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Open Sans Light"/>
            <a:ea typeface="Open Sans Light"/>
            <a:cs typeface="Open Sans Light"/>
            <a:sym typeface="Open Sa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Open Sans Light"/>
            <a:ea typeface="Open Sans Light"/>
            <a:cs typeface="Open Sans Light"/>
            <a:sym typeface="Open Sa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df7f7579-3e9c-4a7e-b844-420280f53859}" enabled="0" method="" siteId="{df7f7579-3e9c-4a7e-b844-420280f53859}" removed="1"/>
</clbl:labelList>
</file>

<file path=docProps/app.xml><?xml version="1.0" encoding="utf-8"?>
<Properties xmlns="http://schemas.openxmlformats.org/officeDocument/2006/extended-properties" xmlns:vt="http://schemas.openxmlformats.org/officeDocument/2006/docPropsVTypes">
  <TotalTime>337</TotalTime>
  <Words>1742</Words>
  <Application>Microsoft Macintosh PowerPoint</Application>
  <PresentationFormat>Widescreen</PresentationFormat>
  <Paragraphs>128</Paragraphs>
  <Slides>28</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Barlow Light</vt:lpstr>
      <vt:lpstr>Barlow SemiBold</vt:lpstr>
      <vt:lpstr>Calibri</vt:lpstr>
      <vt:lpstr>Helvetica</vt:lpstr>
      <vt:lpstr>Open Sans Light</vt:lpstr>
      <vt:lpstr>Open Sans SemiBold</vt:lpstr>
      <vt:lpstr>Swinburne</vt:lpstr>
      <vt:lpstr>AI-Powered Analysis of ORCID and RLA Data for Technology Landscaping</vt:lpstr>
      <vt:lpstr>Technology Landscaping</vt:lpstr>
      <vt:lpstr>What is RLA </vt:lpstr>
      <vt:lpstr>The value of ORCID data</vt:lpstr>
      <vt:lpstr>Sample Grant</vt:lpstr>
      <vt:lpstr>Linking Organisation using ORCID </vt:lpstr>
      <vt:lpstr>ARDC data API</vt:lpstr>
      <vt:lpstr>Why extract keywords and build categories using LLM</vt:lpstr>
      <vt:lpstr>Overview of the workflow</vt:lpstr>
      <vt:lpstr>What are the keywords detected by our methods </vt:lpstr>
      <vt:lpstr>Sample Keyword</vt:lpstr>
      <vt:lpstr>Keywords Trends</vt:lpstr>
      <vt:lpstr>Category Sample</vt:lpstr>
      <vt:lpstr>Category Overview</vt:lpstr>
      <vt:lpstr>Swinburne</vt:lpstr>
      <vt:lpstr>Swinburne compared with rest of Australia in machine learning</vt:lpstr>
      <vt:lpstr>Methodology</vt:lpstr>
      <vt:lpstr>Overview of the workflow</vt:lpstr>
      <vt:lpstr>Keywords Extraction</vt:lpstr>
      <vt:lpstr>Keywords Extraction</vt:lpstr>
      <vt:lpstr>Categorisation</vt:lpstr>
      <vt:lpstr>Semantic Batching</vt:lpstr>
      <vt:lpstr>Categorisation</vt:lpstr>
      <vt:lpstr>Categorisation</vt:lpstr>
      <vt:lpstr>Merge</vt:lpstr>
      <vt:lpstr>Merge </vt:lpstr>
      <vt:lpstr>Future works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LUHAN CHENG</cp:lastModifiedBy>
  <cp:revision>56</cp:revision>
  <dcterms:modified xsi:type="dcterms:W3CDTF">2025-10-17T14:11:44Z</dcterms:modified>
</cp:coreProperties>
</file>